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1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4.xml" ContentType="application/vnd.openxmlformats-officedocument.theme+xml"/>
  <Override PartName="/ppt/slideLayouts/slideLayout18.xml" ContentType="application/vnd.openxmlformats-officedocument.presentationml.slideLayout+xml"/>
  <Override PartName="/ppt/theme/theme15.xml" ContentType="application/vnd.openxmlformats-officedocument.theme+xml"/>
  <Override PartName="/ppt/slideLayouts/slideLayout19.xml" ContentType="application/vnd.openxmlformats-officedocument.presentationml.slideLayout+xml"/>
  <Override PartName="/ppt/theme/theme16.xml" ContentType="application/vnd.openxmlformats-officedocument.theme+xml"/>
  <Override PartName="/ppt/slideLayouts/slideLayout20.xml" ContentType="application/vnd.openxmlformats-officedocument.presentationml.slideLayout+xml"/>
  <Override PartName="/ppt/theme/theme17.xml" ContentType="application/vnd.openxmlformats-officedocument.theme+xml"/>
  <Override PartName="/ppt/slideLayouts/slideLayout21.xml" ContentType="application/vnd.openxmlformats-officedocument.presentationml.slideLayout+xml"/>
  <Override PartName="/ppt/theme/theme18.xml" ContentType="application/vnd.openxmlformats-officedocument.theme+xml"/>
  <Override PartName="/ppt/slideLayouts/slideLayout22.xml" ContentType="application/vnd.openxmlformats-officedocument.presentationml.slideLayout+xml"/>
  <Override PartName="/ppt/theme/theme19.xml" ContentType="application/vnd.openxmlformats-officedocument.theme+xml"/>
  <Override PartName="/ppt/slideLayouts/slideLayout23.xml" ContentType="application/vnd.openxmlformats-officedocument.presentationml.slideLayout+xml"/>
  <Override PartName="/ppt/theme/theme20.xml" ContentType="application/vnd.openxmlformats-officedocument.theme+xml"/>
  <Override PartName="/ppt/slideLayouts/slideLayout24.xml" ContentType="application/vnd.openxmlformats-officedocument.presentationml.slideLayout+xml"/>
  <Override PartName="/ppt/theme/theme21.xml" ContentType="application/vnd.openxmlformats-officedocument.theme+xml"/>
  <Override PartName="/ppt/slideLayouts/slideLayout25.xml" ContentType="application/vnd.openxmlformats-officedocument.presentationml.slideLayout+xml"/>
  <Override PartName="/ppt/theme/theme22.xml" ContentType="application/vnd.openxmlformats-officedocument.theme+xml"/>
  <Override PartName="/ppt/slideLayouts/slideLayout26.xml" ContentType="application/vnd.openxmlformats-officedocument.presentationml.slideLayout+xml"/>
  <Override PartName="/ppt/theme/theme23.xml" ContentType="application/vnd.openxmlformats-officedocument.theme+xml"/>
  <Override PartName="/ppt/slideLayouts/slideLayout27.xml" ContentType="application/vnd.openxmlformats-officedocument.presentationml.slideLayout+xml"/>
  <Override PartName="/ppt/theme/theme24.xml" ContentType="application/vnd.openxmlformats-officedocument.theme+xml"/>
  <Override PartName="/ppt/slideLayouts/slideLayout28.xml" ContentType="application/vnd.openxmlformats-officedocument.presentationml.slideLayout+xml"/>
  <Override PartName="/ppt/theme/theme25.xml" ContentType="application/vnd.openxmlformats-officedocument.theme+xml"/>
  <Override PartName="/ppt/slideLayouts/slideLayout29.xml" ContentType="application/vnd.openxmlformats-officedocument.presentationml.slideLayout+xml"/>
  <Override PartName="/ppt/theme/theme26.xml" ContentType="application/vnd.openxmlformats-officedocument.theme+xml"/>
  <Override PartName="/ppt/slideLayouts/slideLayout30.xml" ContentType="application/vnd.openxmlformats-officedocument.presentationml.slideLayout+xml"/>
  <Override PartName="/ppt/theme/theme27.xml" ContentType="application/vnd.openxmlformats-officedocument.theme+xml"/>
  <Override PartName="/ppt/slideLayouts/slideLayout31.xml" ContentType="application/vnd.openxmlformats-officedocument.presentationml.slideLayout+xml"/>
  <Override PartName="/ppt/theme/theme28.xml" ContentType="application/vnd.openxmlformats-officedocument.theme+xml"/>
  <Override PartName="/ppt/slideLayouts/slideLayout32.xml" ContentType="application/vnd.openxmlformats-officedocument.presentationml.slideLayout+xml"/>
  <Override PartName="/ppt/theme/theme29.xml" ContentType="application/vnd.openxmlformats-officedocument.theme+xml"/>
  <Override PartName="/ppt/slideLayouts/slideLayout33.xml" ContentType="application/vnd.openxmlformats-officedocument.presentationml.slideLayout+xml"/>
  <Override PartName="/ppt/theme/theme30.xml" ContentType="application/vnd.openxmlformats-officedocument.theme+xml"/>
  <Override PartName="/ppt/slideLayouts/slideLayout34.xml" ContentType="application/vnd.openxmlformats-officedocument.presentationml.slideLayout+xml"/>
  <Override PartName="/ppt/theme/theme31.xml" ContentType="application/vnd.openxmlformats-officedocument.theme+xml"/>
  <Override PartName="/ppt/slideLayouts/slideLayout35.xml" ContentType="application/vnd.openxmlformats-officedocument.presentationml.slideLayout+xml"/>
  <Override PartName="/ppt/theme/theme32.xml" ContentType="application/vnd.openxmlformats-officedocument.theme+xml"/>
  <Override PartName="/ppt/slideLayouts/slideLayout36.xml" ContentType="application/vnd.openxmlformats-officedocument.presentationml.slideLayout+xml"/>
  <Override PartName="/ppt/theme/theme33.xml" ContentType="application/vnd.openxmlformats-officedocument.theme+xml"/>
  <Override PartName="/ppt/slideLayouts/slideLayout37.xml" ContentType="application/vnd.openxmlformats-officedocument.presentationml.slideLayout+xml"/>
  <Override PartName="/ppt/theme/theme34.xml" ContentType="application/vnd.openxmlformats-officedocument.theme+xml"/>
  <Override PartName="/ppt/slideLayouts/slideLayout38.xml" ContentType="application/vnd.openxmlformats-officedocument.presentationml.slideLayout+xml"/>
  <Override PartName="/ppt/theme/theme35.xml" ContentType="application/vnd.openxmlformats-officedocument.theme+xml"/>
  <Override PartName="/ppt/slideLayouts/slideLayout39.xml" ContentType="application/vnd.openxmlformats-officedocument.presentationml.slideLayout+xml"/>
  <Override PartName="/ppt/theme/theme36.xml" ContentType="application/vnd.openxmlformats-officedocument.theme+xml"/>
  <Override PartName="/ppt/slideLayouts/slideLayout40.xml" ContentType="application/vnd.openxmlformats-officedocument.presentationml.slideLayout+xml"/>
  <Override PartName="/ppt/theme/theme37.xml" ContentType="application/vnd.openxmlformats-officedocument.theme+xml"/>
  <Override PartName="/ppt/slideLayouts/slideLayout41.xml" ContentType="application/vnd.openxmlformats-officedocument.presentationml.slideLayout+xml"/>
  <Override PartName="/ppt/theme/theme38.xml" ContentType="application/vnd.openxmlformats-officedocument.theme+xml"/>
  <Override PartName="/ppt/slideLayouts/slideLayout42.xml" ContentType="application/vnd.openxmlformats-officedocument.presentationml.slideLayout+xml"/>
  <Override PartName="/ppt/theme/theme39.xml" ContentType="application/vnd.openxmlformats-officedocument.theme+xml"/>
  <Override PartName="/ppt/slideLayouts/slideLayout43.xml" ContentType="application/vnd.openxmlformats-officedocument.presentationml.slideLayout+xml"/>
  <Override PartName="/ppt/theme/theme40.xml" ContentType="application/vnd.openxmlformats-officedocument.theme+xml"/>
  <Override PartName="/ppt/slideLayouts/slideLayout44.xml" ContentType="application/vnd.openxmlformats-officedocument.presentationml.slideLayout+xml"/>
  <Override PartName="/ppt/theme/theme41.xml" ContentType="application/vnd.openxmlformats-officedocument.theme+xml"/>
  <Override PartName="/ppt/slideLayouts/slideLayout45.xml" ContentType="application/vnd.openxmlformats-officedocument.presentationml.slideLayout+xml"/>
  <Override PartName="/ppt/theme/theme42.xml" ContentType="application/vnd.openxmlformats-officedocument.theme+xml"/>
  <Override PartName="/ppt/slideLayouts/slideLayout46.xml" ContentType="application/vnd.openxmlformats-officedocument.presentationml.slideLayout+xml"/>
  <Override PartName="/ppt/theme/theme43.xml" ContentType="application/vnd.openxmlformats-officedocument.theme+xml"/>
  <Override PartName="/ppt/slideLayouts/slideLayout47.xml" ContentType="application/vnd.openxmlformats-officedocument.presentationml.slideLayout+xml"/>
  <Override PartName="/ppt/theme/theme44.xml" ContentType="application/vnd.openxmlformats-officedocument.theme+xml"/>
  <Override PartName="/ppt/slideLayouts/slideLayout48.xml" ContentType="application/vnd.openxmlformats-officedocument.presentationml.slideLayout+xml"/>
  <Override PartName="/ppt/theme/theme45.xml" ContentType="application/vnd.openxmlformats-officedocument.theme+xml"/>
  <Override PartName="/ppt/slideLayouts/slideLayout49.xml" ContentType="application/vnd.openxmlformats-officedocument.presentationml.slideLayout+xml"/>
  <Override PartName="/ppt/theme/theme46.xml" ContentType="application/vnd.openxmlformats-officedocument.theme+xml"/>
  <Override PartName="/ppt/slideLayouts/slideLayout50.xml" ContentType="application/vnd.openxmlformats-officedocument.presentationml.slideLayout+xml"/>
  <Override PartName="/ppt/theme/theme47.xml" ContentType="application/vnd.openxmlformats-officedocument.theme+xml"/>
  <Override PartName="/ppt/slideLayouts/slideLayout51.xml" ContentType="application/vnd.openxmlformats-officedocument.presentationml.slideLayout+xml"/>
  <Override PartName="/ppt/theme/theme48.xml" ContentType="application/vnd.openxmlformats-officedocument.theme+xml"/>
  <Override PartName="/ppt/slideLayouts/slideLayout52.xml" ContentType="application/vnd.openxmlformats-officedocument.presentationml.slideLayout+xml"/>
  <Override PartName="/ppt/theme/theme49.xml" ContentType="application/vnd.openxmlformats-officedocument.theme+xml"/>
  <Override PartName="/ppt/slideLayouts/slideLayout53.xml" ContentType="application/vnd.openxmlformats-officedocument.presentationml.slideLayout+xml"/>
  <Override PartName="/ppt/theme/theme50.xml" ContentType="application/vnd.openxmlformats-officedocument.theme+xml"/>
  <Override PartName="/ppt/slideLayouts/slideLayout54.xml" ContentType="application/vnd.openxmlformats-officedocument.presentationml.slideLayout+xml"/>
  <Override PartName="/ppt/theme/theme51.xml" ContentType="application/vnd.openxmlformats-officedocument.theme+xml"/>
  <Override PartName="/ppt/slideLayouts/slideLayout55.xml" ContentType="application/vnd.openxmlformats-officedocument.presentationml.slideLayout+xml"/>
  <Override PartName="/ppt/theme/theme52.xml" ContentType="application/vnd.openxmlformats-officedocument.theme+xml"/>
  <Override PartName="/ppt/slideLayouts/slideLayout56.xml" ContentType="application/vnd.openxmlformats-officedocument.presentationml.slideLayout+xml"/>
  <Override PartName="/ppt/theme/theme53.xml" ContentType="application/vnd.openxmlformats-officedocument.theme+xml"/>
  <Override PartName="/ppt/slideLayouts/slideLayout57.xml" ContentType="application/vnd.openxmlformats-officedocument.presentationml.slideLayout+xml"/>
  <Override PartName="/ppt/theme/theme54.xml" ContentType="application/vnd.openxmlformats-officedocument.theme+xml"/>
  <Override PartName="/ppt/slideLayouts/slideLayout58.xml" ContentType="application/vnd.openxmlformats-officedocument.presentationml.slideLayout+xml"/>
  <Override PartName="/ppt/theme/theme55.xml" ContentType="application/vnd.openxmlformats-officedocument.theme+xml"/>
  <Override PartName="/ppt/slideLayouts/slideLayout59.xml" ContentType="application/vnd.openxmlformats-officedocument.presentationml.slideLayout+xml"/>
  <Override PartName="/ppt/theme/theme56.xml" ContentType="application/vnd.openxmlformats-officedocument.theme+xml"/>
  <Override PartName="/ppt/slideLayouts/slideLayout60.xml" ContentType="application/vnd.openxmlformats-officedocument.presentationml.slideLayout+xml"/>
  <Override PartName="/ppt/theme/theme57.xml" ContentType="application/vnd.openxmlformats-officedocument.theme+xml"/>
  <Override PartName="/ppt/slideLayouts/slideLayout61.xml" ContentType="application/vnd.openxmlformats-officedocument.presentationml.slideLayout+xml"/>
  <Override PartName="/ppt/theme/theme58.xml" ContentType="application/vnd.openxmlformats-officedocument.theme+xml"/>
  <Override PartName="/ppt/slideLayouts/slideLayout62.xml" ContentType="application/vnd.openxmlformats-officedocument.presentationml.slideLayout+xml"/>
  <Override PartName="/ppt/theme/theme5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5" r:id="rId14"/>
    <p:sldMasterId id="2147483679" r:id="rId15"/>
    <p:sldMasterId id="2147483681" r:id="rId16"/>
    <p:sldMasterId id="2147483683" r:id="rId17"/>
    <p:sldMasterId id="2147483685" r:id="rId18"/>
    <p:sldMasterId id="2147483687" r:id="rId19"/>
    <p:sldMasterId id="2147483689" r:id="rId20"/>
    <p:sldMasterId id="2147483691" r:id="rId21"/>
    <p:sldMasterId id="2147483693" r:id="rId22"/>
    <p:sldMasterId id="2147483695" r:id="rId23"/>
    <p:sldMasterId id="2147483697" r:id="rId24"/>
    <p:sldMasterId id="2147483699" r:id="rId25"/>
    <p:sldMasterId id="2147483701" r:id="rId26"/>
    <p:sldMasterId id="2147483703" r:id="rId27"/>
    <p:sldMasterId id="2147483705" r:id="rId28"/>
    <p:sldMasterId id="2147483707" r:id="rId29"/>
    <p:sldMasterId id="2147483709" r:id="rId30"/>
    <p:sldMasterId id="2147483711" r:id="rId31"/>
    <p:sldMasterId id="2147483713" r:id="rId32"/>
    <p:sldMasterId id="2147483715" r:id="rId33"/>
    <p:sldMasterId id="2147483717" r:id="rId34"/>
    <p:sldMasterId id="2147483719" r:id="rId35"/>
    <p:sldMasterId id="2147483721" r:id="rId36"/>
    <p:sldMasterId id="2147483723" r:id="rId37"/>
    <p:sldMasterId id="2147483725" r:id="rId38"/>
    <p:sldMasterId id="2147483727" r:id="rId39"/>
    <p:sldMasterId id="2147483729" r:id="rId40"/>
    <p:sldMasterId id="2147483731" r:id="rId41"/>
    <p:sldMasterId id="2147483733" r:id="rId42"/>
    <p:sldMasterId id="2147483735" r:id="rId43"/>
    <p:sldMasterId id="2147483737" r:id="rId44"/>
    <p:sldMasterId id="2147483739" r:id="rId45"/>
    <p:sldMasterId id="2147483741" r:id="rId46"/>
    <p:sldMasterId id="2147483743" r:id="rId47"/>
    <p:sldMasterId id="2147483745" r:id="rId48"/>
    <p:sldMasterId id="2147483747" r:id="rId49"/>
    <p:sldMasterId id="2147483749" r:id="rId50"/>
    <p:sldMasterId id="2147483751" r:id="rId51"/>
    <p:sldMasterId id="2147483753" r:id="rId52"/>
    <p:sldMasterId id="2147483755" r:id="rId53"/>
    <p:sldMasterId id="2147483757" r:id="rId54"/>
    <p:sldMasterId id="2147483759" r:id="rId55"/>
    <p:sldMasterId id="2147483761" r:id="rId56"/>
    <p:sldMasterId id="2147483763" r:id="rId57"/>
    <p:sldMasterId id="2147483765" r:id="rId58"/>
    <p:sldMasterId id="2147483767" r:id="rId59"/>
  </p:sldMasterIdLst>
  <p:sldIdLst>
    <p:sldId id="256" r:id="rId60"/>
    <p:sldId id="257" r:id="rId61"/>
    <p:sldId id="258" r:id="rId62"/>
    <p:sldId id="259" r:id="rId63"/>
    <p:sldId id="260" r:id="rId64"/>
    <p:sldId id="261" r:id="rId65"/>
    <p:sldId id="262" r:id="rId66"/>
    <p:sldId id="263" r:id="rId67"/>
    <p:sldId id="264" r:id="rId68"/>
    <p:sldId id="265" r:id="rId69"/>
    <p:sldId id="266" r:id="rId70"/>
    <p:sldId id="267" r:id="rId71"/>
    <p:sldId id="268" r:id="rId72"/>
    <p:sldId id="269" r:id="rId73"/>
    <p:sldId id="270" r:id="rId74"/>
    <p:sldId id="271" r:id="rId75"/>
    <p:sldId id="272" r:id="rId76"/>
    <p:sldId id="273" r:id="rId77"/>
    <p:sldId id="274" r:id="rId78"/>
    <p:sldId id="275" r:id="rId79"/>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4" d="100"/>
          <a:sy n="124" d="100"/>
        </p:scale>
        <p:origin x="259"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Master" Target="slideMasters/slideMaster47.xml"/><Relationship Id="rId63" Type="http://schemas.openxmlformats.org/officeDocument/2006/relationships/slide" Target="slides/slide4.xml"/><Relationship Id="rId68" Type="http://schemas.openxmlformats.org/officeDocument/2006/relationships/slide" Target="slides/slide9.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Master" Target="slideMasters/slideMaster53.xml"/><Relationship Id="rId58" Type="http://schemas.openxmlformats.org/officeDocument/2006/relationships/slideMaster" Target="slideMasters/slideMaster58.xml"/><Relationship Id="rId74" Type="http://schemas.openxmlformats.org/officeDocument/2006/relationships/slide" Target="slides/slide15.xml"/><Relationship Id="rId79" Type="http://schemas.openxmlformats.org/officeDocument/2006/relationships/slide" Target="slides/slide20.xml"/><Relationship Id="rId5" Type="http://schemas.openxmlformats.org/officeDocument/2006/relationships/slideMaster" Target="slideMasters/slideMaster5.xml"/><Relationship Id="rId61" Type="http://schemas.openxmlformats.org/officeDocument/2006/relationships/slide" Target="slides/slide2.xml"/><Relationship Id="rId82" Type="http://schemas.openxmlformats.org/officeDocument/2006/relationships/theme" Target="theme/theme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Master" Target="slideMasters/slideMaster43.xml"/><Relationship Id="rId48" Type="http://schemas.openxmlformats.org/officeDocument/2006/relationships/slideMaster" Target="slideMasters/slideMaster48.xml"/><Relationship Id="rId56" Type="http://schemas.openxmlformats.org/officeDocument/2006/relationships/slideMaster" Target="slideMasters/slideMaster56.xml"/><Relationship Id="rId64" Type="http://schemas.openxmlformats.org/officeDocument/2006/relationships/slide" Target="slides/slide5.xml"/><Relationship Id="rId69" Type="http://schemas.openxmlformats.org/officeDocument/2006/relationships/slide" Target="slides/slide10.xml"/><Relationship Id="rId77" Type="http://schemas.openxmlformats.org/officeDocument/2006/relationships/slide" Target="slides/slide18.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13.xml"/><Relationship Id="rId80"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Master" Target="slideMasters/slideMaster46.xml"/><Relationship Id="rId59" Type="http://schemas.openxmlformats.org/officeDocument/2006/relationships/slideMaster" Target="slideMasters/slideMaster59.xml"/><Relationship Id="rId67" Type="http://schemas.openxmlformats.org/officeDocument/2006/relationships/slide" Target="slides/slide8.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Master" Target="slideMasters/slideMaster54.xml"/><Relationship Id="rId62" Type="http://schemas.openxmlformats.org/officeDocument/2006/relationships/slide" Target="slides/slide3.xml"/><Relationship Id="rId70" Type="http://schemas.openxmlformats.org/officeDocument/2006/relationships/slide" Target="slides/slide11.xml"/><Relationship Id="rId75" Type="http://schemas.openxmlformats.org/officeDocument/2006/relationships/slide" Target="slides/slide16.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Master" Target="slideMasters/slideMaster49.xml"/><Relationship Id="rId57" Type="http://schemas.openxmlformats.org/officeDocument/2006/relationships/slideMaster" Target="slideMasters/slideMaster57.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Master" Target="slideMasters/slideMaster44.xml"/><Relationship Id="rId52" Type="http://schemas.openxmlformats.org/officeDocument/2006/relationships/slideMaster" Target="slideMasters/slideMaster52.xml"/><Relationship Id="rId60" Type="http://schemas.openxmlformats.org/officeDocument/2006/relationships/slide" Target="slides/slide1.xml"/><Relationship Id="rId65" Type="http://schemas.openxmlformats.org/officeDocument/2006/relationships/slide" Target="slides/slide6.xml"/><Relationship Id="rId73" Type="http://schemas.openxmlformats.org/officeDocument/2006/relationships/slide" Target="slides/slide14.xml"/><Relationship Id="rId78" Type="http://schemas.openxmlformats.org/officeDocument/2006/relationships/slide" Target="slides/slide19.xml"/><Relationship Id="rId8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Master" Target="slideMasters/slideMaster55.xml"/><Relationship Id="rId76" Type="http://schemas.openxmlformats.org/officeDocument/2006/relationships/slide" Target="slides/slide17.xml"/><Relationship Id="rId7" Type="http://schemas.openxmlformats.org/officeDocument/2006/relationships/slideMaster" Target="slideMasters/slideMaster7.xml"/><Relationship Id="rId71" Type="http://schemas.openxmlformats.org/officeDocument/2006/relationships/slide" Target="slides/slide12.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2">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CUSTOM_12">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3">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SECTION_TITLE_AND_DESCRIPTION_1">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5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efault 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3">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CUSTOM_14">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CUSTOM_14">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Default 2">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8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efault 2">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8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efault 2">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15">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6">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17">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18">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19">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ECTION_HEADER_1">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0">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21">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3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USTOM_22">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USTOM_32">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USTOM_33">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CUSTOM_34">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CUSTOM_35">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CUSTOM_36">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CUSTOM_23">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CUSTOM_4_2_1">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8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USTOM_26">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CUSTOM_28">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CUSTOM_7_1">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CUSTOM_7_2">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CUSTOM_29">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CUSTOM_31">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CUSTOM_1">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2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CUSTOM_10_1">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CUSTOM_10_1_1">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CUSTOM_30">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Default 3">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Default 4">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theme" Target="../theme/theme1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8.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9.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0.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1.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2.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3.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4.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5.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6.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7.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8.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9.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30.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31.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32.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3.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4.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5.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36.xml"/></Relationships>
</file>

<file path=ppt/slideMasters/_rels/slideMaster34.xml.rels><?xml version="1.0" encoding="UTF-8" standalone="yes"?>
<Relationships xmlns="http://schemas.openxmlformats.org/package/2006/relationships"><Relationship Id="rId2" Type="http://schemas.openxmlformats.org/officeDocument/2006/relationships/theme" Target="../theme/theme34.xml"/><Relationship Id="rId1" Type="http://schemas.openxmlformats.org/officeDocument/2006/relationships/slideLayout" Target="../slideLayouts/slideLayout37.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38.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39.xml"/></Relationships>
</file>

<file path=ppt/slideMasters/_rels/slideMaster37.xml.rels><?xml version="1.0" encoding="UTF-8" standalone="yes"?>
<Relationships xmlns="http://schemas.openxmlformats.org/package/2006/relationships"><Relationship Id="rId2" Type="http://schemas.openxmlformats.org/officeDocument/2006/relationships/theme" Target="../theme/theme37.xml"/><Relationship Id="rId1" Type="http://schemas.openxmlformats.org/officeDocument/2006/relationships/slideLayout" Target="../slideLayouts/slideLayout40.xml"/></Relationships>
</file>

<file path=ppt/slideMasters/_rels/slideMaster38.xml.rels><?xml version="1.0" encoding="UTF-8" standalone="yes"?>
<Relationships xmlns="http://schemas.openxmlformats.org/package/2006/relationships"><Relationship Id="rId2" Type="http://schemas.openxmlformats.org/officeDocument/2006/relationships/theme" Target="../theme/theme38.xml"/><Relationship Id="rId1" Type="http://schemas.openxmlformats.org/officeDocument/2006/relationships/slideLayout" Target="../slideLayouts/slideLayout41.xml"/></Relationships>
</file>

<file path=ppt/slideMasters/_rels/slideMaster39.xml.rels><?xml version="1.0" encoding="UTF-8" standalone="yes"?>
<Relationships xmlns="http://schemas.openxmlformats.org/package/2006/relationships"><Relationship Id="rId2" Type="http://schemas.openxmlformats.org/officeDocument/2006/relationships/theme" Target="../theme/theme39.xml"/><Relationship Id="rId1" Type="http://schemas.openxmlformats.org/officeDocument/2006/relationships/slideLayout" Target="../slideLayouts/slideLayout42.xml"/></Relationships>
</file>

<file path=ppt/slideMasters/_rels/slideMaster40.xml.rels><?xml version="1.0" encoding="UTF-8" standalone="yes"?>
<Relationships xmlns="http://schemas.openxmlformats.org/package/2006/relationships"><Relationship Id="rId2" Type="http://schemas.openxmlformats.org/officeDocument/2006/relationships/theme" Target="../theme/theme40.xml"/><Relationship Id="rId1" Type="http://schemas.openxmlformats.org/officeDocument/2006/relationships/slideLayout" Target="../slideLayouts/slideLayout43.xml"/></Relationships>
</file>

<file path=ppt/slideMasters/_rels/slideMaster41.xml.rels><?xml version="1.0" encoding="UTF-8" standalone="yes"?>
<Relationships xmlns="http://schemas.openxmlformats.org/package/2006/relationships"><Relationship Id="rId2" Type="http://schemas.openxmlformats.org/officeDocument/2006/relationships/theme" Target="../theme/theme41.xml"/><Relationship Id="rId1" Type="http://schemas.openxmlformats.org/officeDocument/2006/relationships/slideLayout" Target="../slideLayouts/slideLayout44.xml"/></Relationships>
</file>

<file path=ppt/slideMasters/_rels/slideMaster42.xml.rels><?xml version="1.0" encoding="UTF-8" standalone="yes"?>
<Relationships xmlns="http://schemas.openxmlformats.org/package/2006/relationships"><Relationship Id="rId2" Type="http://schemas.openxmlformats.org/officeDocument/2006/relationships/theme" Target="../theme/theme42.xml"/><Relationship Id="rId1" Type="http://schemas.openxmlformats.org/officeDocument/2006/relationships/slideLayout" Target="../slideLayouts/slideLayout45.xml"/></Relationships>
</file>

<file path=ppt/slideMasters/_rels/slideMaster43.xml.rels><?xml version="1.0" encoding="UTF-8" standalone="yes"?>
<Relationships xmlns="http://schemas.openxmlformats.org/package/2006/relationships"><Relationship Id="rId2" Type="http://schemas.openxmlformats.org/officeDocument/2006/relationships/theme" Target="../theme/theme43.xml"/><Relationship Id="rId1" Type="http://schemas.openxmlformats.org/officeDocument/2006/relationships/slideLayout" Target="../slideLayouts/slideLayout46.xml"/></Relationships>
</file>

<file path=ppt/slideMasters/_rels/slideMaster44.xml.rels><?xml version="1.0" encoding="UTF-8" standalone="yes"?>
<Relationships xmlns="http://schemas.openxmlformats.org/package/2006/relationships"><Relationship Id="rId2" Type="http://schemas.openxmlformats.org/officeDocument/2006/relationships/theme" Target="../theme/theme44.xml"/><Relationship Id="rId1" Type="http://schemas.openxmlformats.org/officeDocument/2006/relationships/slideLayout" Target="../slideLayouts/slideLayout47.xml"/></Relationships>
</file>

<file path=ppt/slideMasters/_rels/slideMaster45.xml.rels><?xml version="1.0" encoding="UTF-8" standalone="yes"?>
<Relationships xmlns="http://schemas.openxmlformats.org/package/2006/relationships"><Relationship Id="rId2" Type="http://schemas.openxmlformats.org/officeDocument/2006/relationships/theme" Target="../theme/theme45.xml"/><Relationship Id="rId1" Type="http://schemas.openxmlformats.org/officeDocument/2006/relationships/slideLayout" Target="../slideLayouts/slideLayout48.xml"/></Relationships>
</file>

<file path=ppt/slideMasters/_rels/slideMaster46.xml.rels><?xml version="1.0" encoding="UTF-8" standalone="yes"?>
<Relationships xmlns="http://schemas.openxmlformats.org/package/2006/relationships"><Relationship Id="rId2" Type="http://schemas.openxmlformats.org/officeDocument/2006/relationships/theme" Target="../theme/theme46.xml"/><Relationship Id="rId1" Type="http://schemas.openxmlformats.org/officeDocument/2006/relationships/slideLayout" Target="../slideLayouts/slideLayout49.xml"/></Relationships>
</file>

<file path=ppt/slideMasters/_rels/slideMaster47.xml.rels><?xml version="1.0" encoding="UTF-8" standalone="yes"?>
<Relationships xmlns="http://schemas.openxmlformats.org/package/2006/relationships"><Relationship Id="rId3" Type="http://schemas.openxmlformats.org/officeDocument/2006/relationships/hyperlink" Target="https://slidesgo.com/" TargetMode="External"/><Relationship Id="rId2" Type="http://schemas.openxmlformats.org/officeDocument/2006/relationships/theme" Target="../theme/theme47.xml"/><Relationship Id="rId1" Type="http://schemas.openxmlformats.org/officeDocument/2006/relationships/slideLayout" Target="../slideLayouts/slideLayout50.xml"/><Relationship Id="rId5" Type="http://schemas.openxmlformats.org/officeDocument/2006/relationships/hyperlink" Target="https://www.freepik.com/" TargetMode="External"/><Relationship Id="rId4" Type="http://schemas.openxmlformats.org/officeDocument/2006/relationships/hyperlink" Target="https://www.flaticon.com/" TargetMode="External"/></Relationships>
</file>

<file path=ppt/slideMasters/_rels/slideMaster48.xml.rels><?xml version="1.0" encoding="UTF-8" standalone="yes"?>
<Relationships xmlns="http://schemas.openxmlformats.org/package/2006/relationships"><Relationship Id="rId2" Type="http://schemas.openxmlformats.org/officeDocument/2006/relationships/theme" Target="../theme/theme48.xml"/><Relationship Id="rId1" Type="http://schemas.openxmlformats.org/officeDocument/2006/relationships/slideLayout" Target="../slideLayouts/slideLayout51.xml"/></Relationships>
</file>

<file path=ppt/slideMasters/_rels/slideMaster49.xml.rels><?xml version="1.0" encoding="UTF-8" standalone="yes"?>
<Relationships xmlns="http://schemas.openxmlformats.org/package/2006/relationships"><Relationship Id="rId2" Type="http://schemas.openxmlformats.org/officeDocument/2006/relationships/theme" Target="../theme/theme49.xml"/><Relationship Id="rId1" Type="http://schemas.openxmlformats.org/officeDocument/2006/relationships/slideLayout" Target="../slideLayouts/slideLayout52.xml"/></Relationships>
</file>

<file path=ppt/slideMasters/_rels/slideMaster50.xml.rels><?xml version="1.0" encoding="UTF-8" standalone="yes"?>
<Relationships xmlns="http://schemas.openxmlformats.org/package/2006/relationships"><Relationship Id="rId2" Type="http://schemas.openxmlformats.org/officeDocument/2006/relationships/theme" Target="../theme/theme50.xml"/><Relationship Id="rId1" Type="http://schemas.openxmlformats.org/officeDocument/2006/relationships/slideLayout" Target="../slideLayouts/slideLayout53.xml"/></Relationships>
</file>

<file path=ppt/slideMasters/_rels/slideMaster51.xml.rels><?xml version="1.0" encoding="UTF-8" standalone="yes"?>
<Relationships xmlns="http://schemas.openxmlformats.org/package/2006/relationships"><Relationship Id="rId2" Type="http://schemas.openxmlformats.org/officeDocument/2006/relationships/theme" Target="../theme/theme51.xml"/><Relationship Id="rId1" Type="http://schemas.openxmlformats.org/officeDocument/2006/relationships/slideLayout" Target="../slideLayouts/slideLayout54.xml"/></Relationships>
</file>

<file path=ppt/slideMasters/_rels/slideMaster52.xml.rels><?xml version="1.0" encoding="UTF-8" standalone="yes"?>
<Relationships xmlns="http://schemas.openxmlformats.org/package/2006/relationships"><Relationship Id="rId2" Type="http://schemas.openxmlformats.org/officeDocument/2006/relationships/theme" Target="../theme/theme52.xml"/><Relationship Id="rId1" Type="http://schemas.openxmlformats.org/officeDocument/2006/relationships/slideLayout" Target="../slideLayouts/slideLayout55.xml"/></Relationships>
</file>

<file path=ppt/slideMasters/_rels/slideMaster53.xml.rels><?xml version="1.0" encoding="UTF-8" standalone="yes"?>
<Relationships xmlns="http://schemas.openxmlformats.org/package/2006/relationships"><Relationship Id="rId2" Type="http://schemas.openxmlformats.org/officeDocument/2006/relationships/theme" Target="../theme/theme53.xml"/><Relationship Id="rId1" Type="http://schemas.openxmlformats.org/officeDocument/2006/relationships/slideLayout" Target="../slideLayouts/slideLayout56.xml"/></Relationships>
</file>

<file path=ppt/slideMasters/_rels/slideMaster54.xml.rels><?xml version="1.0" encoding="UTF-8" standalone="yes"?>
<Relationships xmlns="http://schemas.openxmlformats.org/package/2006/relationships"><Relationship Id="rId2" Type="http://schemas.openxmlformats.org/officeDocument/2006/relationships/theme" Target="../theme/theme54.xml"/><Relationship Id="rId1" Type="http://schemas.openxmlformats.org/officeDocument/2006/relationships/slideLayout" Target="../slideLayouts/slideLayout57.xml"/></Relationships>
</file>

<file path=ppt/slideMasters/_rels/slideMaster55.xml.rels><?xml version="1.0" encoding="UTF-8" standalone="yes"?>
<Relationships xmlns="http://schemas.openxmlformats.org/package/2006/relationships"><Relationship Id="rId2" Type="http://schemas.openxmlformats.org/officeDocument/2006/relationships/theme" Target="../theme/theme55.xml"/><Relationship Id="rId1" Type="http://schemas.openxmlformats.org/officeDocument/2006/relationships/slideLayout" Target="../slideLayouts/slideLayout58.xml"/></Relationships>
</file>

<file path=ppt/slideMasters/_rels/slideMaster56.xml.rels><?xml version="1.0" encoding="UTF-8" standalone="yes"?>
<Relationships xmlns="http://schemas.openxmlformats.org/package/2006/relationships"><Relationship Id="rId2" Type="http://schemas.openxmlformats.org/officeDocument/2006/relationships/theme" Target="../theme/theme56.xml"/><Relationship Id="rId1" Type="http://schemas.openxmlformats.org/officeDocument/2006/relationships/slideLayout" Target="../slideLayouts/slideLayout59.xml"/></Relationships>
</file>

<file path=ppt/slideMasters/_rels/slideMaster57.xml.rels><?xml version="1.0" encoding="UTF-8" standalone="yes"?>
<Relationships xmlns="http://schemas.openxmlformats.org/package/2006/relationships"><Relationship Id="rId2" Type="http://schemas.openxmlformats.org/officeDocument/2006/relationships/theme" Target="../theme/theme57.xml"/><Relationship Id="rId1" Type="http://schemas.openxmlformats.org/officeDocument/2006/relationships/slideLayout" Target="../slideLayouts/slideLayout60.xml"/></Relationships>
</file>

<file path=ppt/slideMasters/_rels/slideMaster58.xml.rels><?xml version="1.0" encoding="UTF-8" standalone="yes"?>
<Relationships xmlns="http://schemas.openxmlformats.org/package/2006/relationships"><Relationship Id="rId2" Type="http://schemas.openxmlformats.org/officeDocument/2006/relationships/theme" Target="../theme/theme58.xml"/><Relationship Id="rId1" Type="http://schemas.openxmlformats.org/officeDocument/2006/relationships/slideLayout" Target="../slideLayouts/slideLayout61.xml"/></Relationships>
</file>

<file path=ppt/slideMasters/_rels/slideMaster59.xml.rels><?xml version="1.0" encoding="UTF-8" standalone="yes"?>
<Relationships xmlns="http://schemas.openxmlformats.org/package/2006/relationships"><Relationship Id="rId2" Type="http://schemas.openxmlformats.org/officeDocument/2006/relationships/theme" Target="../theme/theme59.xml"/><Relationship Id="rId1"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6" name="Google Shape;11;p2"/>
          <p:cNvCxnSpPr/>
          <p:nvPr/>
        </p:nvCxnSpPr>
        <p:spPr>
          <a:xfrm>
            <a:off x="-72360" y="273960"/>
            <a:ext cx="9288000" cy="1080"/>
          </a:xfrm>
          <a:prstGeom prst="straightConnector1">
            <a:avLst/>
          </a:prstGeom>
          <a:ln w="28575">
            <a:solidFill>
              <a:srgbClr val="3F3533"/>
            </a:solidFill>
            <a:round/>
          </a:ln>
        </p:spPr>
      </p:cxnSp>
      <p:cxnSp>
        <p:nvCxnSpPr>
          <p:cNvPr id="7" name="Google Shape;12;p2"/>
          <p:cNvCxnSpPr/>
          <p:nvPr/>
        </p:nvCxnSpPr>
        <p:spPr>
          <a:xfrm rot="10800000" flipV="1">
            <a:off x="-258120" y="-73080"/>
            <a:ext cx="3048120" cy="1347120"/>
          </a:xfrm>
          <a:prstGeom prst="curvedConnector3">
            <a:avLst>
              <a:gd name="adj1" fmla="val 25005"/>
            </a:avLst>
          </a:prstGeom>
          <a:ln w="28575">
            <a:solidFill>
              <a:srgbClr val="3F3533"/>
            </a:solidFill>
            <a:round/>
          </a:ln>
        </p:spPr>
      </p:cxnSp>
      <p:cxnSp>
        <p:nvCxnSpPr>
          <p:cNvPr id="2" name="Google Shape;13;p2"/>
          <p:cNvCxnSpPr/>
          <p:nvPr/>
        </p:nvCxnSpPr>
        <p:spPr>
          <a:xfrm>
            <a:off x="-72360" y="4877280"/>
            <a:ext cx="9288000" cy="1080"/>
          </a:xfrm>
          <a:prstGeom prst="straightConnector1">
            <a:avLst/>
          </a:prstGeom>
          <a:ln w="28575">
            <a:solidFill>
              <a:srgbClr val="3F3533"/>
            </a:solidFill>
            <a:round/>
          </a:ln>
        </p:spPr>
      </p:cxnSp>
      <p:cxnSp>
        <p:nvCxnSpPr>
          <p:cNvPr id="3" name="Google Shape;14;p2"/>
          <p:cNvCxnSpPr/>
          <p:nvPr/>
        </p:nvCxnSpPr>
        <p:spPr>
          <a:xfrm rot="10800000" flipV="1">
            <a:off x="6466680" y="3934800"/>
            <a:ext cx="3048480" cy="1347480"/>
          </a:xfrm>
          <a:prstGeom prst="curvedConnector3">
            <a:avLst>
              <a:gd name="adj1" fmla="val 24991"/>
            </a:avLst>
          </a:prstGeom>
          <a:ln w="28575">
            <a:solidFill>
              <a:srgbClr val="3F3533"/>
            </a:solidFill>
            <a:round/>
          </a:ln>
        </p:spPr>
      </p:cxnSp>
      <p:sp>
        <p:nvSpPr>
          <p:cNvPr id="4"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8" name="Google Shape;68;p11"/>
          <p:cNvCxnSpPr/>
          <p:nvPr/>
        </p:nvCxnSpPr>
        <p:spPr>
          <a:xfrm>
            <a:off x="-72360" y="273960"/>
            <a:ext cx="9288000" cy="1080"/>
          </a:xfrm>
          <a:prstGeom prst="straightConnector1">
            <a:avLst/>
          </a:prstGeom>
          <a:ln w="28575">
            <a:solidFill>
              <a:srgbClr val="3F3533"/>
            </a:solidFill>
            <a:round/>
          </a:ln>
        </p:spPr>
      </p:cxnSp>
      <p:cxnSp>
        <p:nvCxnSpPr>
          <p:cNvPr id="9" name="Google Shape;69;p11"/>
          <p:cNvCxnSpPr/>
          <p:nvPr/>
        </p:nvCxnSpPr>
        <p:spPr>
          <a:xfrm>
            <a:off x="-72360" y="4877280"/>
            <a:ext cx="9288000" cy="1080"/>
          </a:xfrm>
          <a:prstGeom prst="straightConnector1">
            <a:avLst/>
          </a:prstGeom>
          <a:ln w="28575">
            <a:solidFill>
              <a:srgbClr val="3F3533"/>
            </a:solidFill>
            <a:round/>
          </a:ln>
        </p:spPr>
      </p:cxnSp>
      <p:cxnSp>
        <p:nvCxnSpPr>
          <p:cNvPr id="10" name="Google Shape;70;p11"/>
          <p:cNvCxnSpPr/>
          <p:nvPr/>
        </p:nvCxnSpPr>
        <p:spPr>
          <a:xfrm>
            <a:off x="-250200" y="4076280"/>
            <a:ext cx="1927800" cy="1162080"/>
          </a:xfrm>
          <a:prstGeom prst="curvedConnector2">
            <a:avLst/>
          </a:prstGeom>
          <a:ln w="28575">
            <a:solidFill>
              <a:srgbClr val="3F3533"/>
            </a:solidFill>
            <a:round/>
          </a:ln>
        </p:spPr>
      </p:cxnSp>
      <p:cxnSp>
        <p:nvCxnSpPr>
          <p:cNvPr id="11" name="Google Shape;71;p11"/>
          <p:cNvCxnSpPr/>
          <p:nvPr/>
        </p:nvCxnSpPr>
        <p:spPr>
          <a:xfrm>
            <a:off x="7440840" y="-48240"/>
            <a:ext cx="192816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2" name="Google Shape;87;p13"/>
          <p:cNvCxnSpPr/>
          <p:nvPr/>
        </p:nvCxnSpPr>
        <p:spPr>
          <a:xfrm>
            <a:off x="-72360" y="273960"/>
            <a:ext cx="9288000" cy="1080"/>
          </a:xfrm>
          <a:prstGeom prst="straightConnector1">
            <a:avLst/>
          </a:prstGeom>
          <a:ln w="28575">
            <a:solidFill>
              <a:srgbClr val="3F3533"/>
            </a:solidFill>
            <a:round/>
          </a:ln>
        </p:spPr>
      </p:cxnSp>
      <p:cxnSp>
        <p:nvCxnSpPr>
          <p:cNvPr id="13" name="Google Shape;88;p13"/>
          <p:cNvCxnSpPr/>
          <p:nvPr/>
        </p:nvCxnSpPr>
        <p:spPr>
          <a:xfrm>
            <a:off x="-72360" y="4877280"/>
            <a:ext cx="9288000" cy="1080"/>
          </a:xfrm>
          <a:prstGeom prst="straightConnector1">
            <a:avLst/>
          </a:prstGeom>
          <a:ln w="28575">
            <a:solidFill>
              <a:srgbClr val="3F3533"/>
            </a:solidFill>
            <a:round/>
          </a:ln>
        </p:spPr>
      </p:cxnSp>
      <p:sp>
        <p:nvSpPr>
          <p:cNvPr id="1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1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6" name="Google Shape;109;p14"/>
          <p:cNvCxnSpPr/>
          <p:nvPr/>
        </p:nvCxnSpPr>
        <p:spPr>
          <a:xfrm>
            <a:off x="-72360" y="273960"/>
            <a:ext cx="9288000" cy="1080"/>
          </a:xfrm>
          <a:prstGeom prst="straightConnector1">
            <a:avLst/>
          </a:prstGeom>
          <a:ln w="28575">
            <a:solidFill>
              <a:srgbClr val="3F3533"/>
            </a:solidFill>
            <a:round/>
          </a:ln>
        </p:spPr>
      </p:cxnSp>
      <p:cxnSp>
        <p:nvCxnSpPr>
          <p:cNvPr id="17" name="Google Shape;110;p14"/>
          <p:cNvCxnSpPr/>
          <p:nvPr/>
        </p:nvCxnSpPr>
        <p:spPr>
          <a:xfrm>
            <a:off x="-72360" y="4877280"/>
            <a:ext cx="9288000" cy="1080"/>
          </a:xfrm>
          <a:prstGeom prst="straightConnector1">
            <a:avLst/>
          </a:prstGeom>
          <a:ln w="28575">
            <a:solidFill>
              <a:srgbClr val="3F3533"/>
            </a:solidFill>
            <a:round/>
          </a:ln>
        </p:spPr>
      </p:cxnSp>
      <p:cxnSp>
        <p:nvCxnSpPr>
          <p:cNvPr id="18" name="Google Shape;111;p14"/>
          <p:cNvCxnSpPr/>
          <p:nvPr/>
        </p:nvCxnSpPr>
        <p:spPr>
          <a:xfrm>
            <a:off x="-250200" y="4076280"/>
            <a:ext cx="1927800" cy="1162080"/>
          </a:xfrm>
          <a:prstGeom prst="curvedConnector3">
            <a:avLst>
              <a:gd name="adj1" fmla="val 25009"/>
            </a:avLst>
          </a:prstGeom>
          <a:ln w="28575">
            <a:solidFill>
              <a:srgbClr val="3F3533"/>
            </a:solidFill>
            <a:round/>
          </a:ln>
        </p:spPr>
      </p:cxnSp>
      <p:cxnSp>
        <p:nvCxnSpPr>
          <p:cNvPr id="19" name="Google Shape;112;p14"/>
          <p:cNvCxnSpPr/>
          <p:nvPr/>
        </p:nvCxnSpPr>
        <p:spPr>
          <a:xfrm>
            <a:off x="7440840" y="-48240"/>
            <a:ext cx="1928160" cy="1161720"/>
          </a:xfrm>
          <a:prstGeom prst="curvedConnector3">
            <a:avLst>
              <a:gd name="adj1" fmla="val 25023"/>
            </a:avLst>
          </a:prstGeom>
          <a:ln w="28575">
            <a:solidFill>
              <a:srgbClr val="3F3533"/>
            </a:solidFill>
            <a:round/>
          </a:ln>
        </p:spPr>
      </p:cxnSp>
      <p:sp>
        <p:nvSpPr>
          <p:cNvPr id="2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2" name="Google Shape;116;p15"/>
          <p:cNvCxnSpPr/>
          <p:nvPr/>
        </p:nvCxnSpPr>
        <p:spPr>
          <a:xfrm>
            <a:off x="-72360" y="273960"/>
            <a:ext cx="9288000" cy="1080"/>
          </a:xfrm>
          <a:prstGeom prst="straightConnector1">
            <a:avLst/>
          </a:prstGeom>
          <a:ln w="28575">
            <a:solidFill>
              <a:srgbClr val="3F3533"/>
            </a:solidFill>
            <a:round/>
          </a:ln>
        </p:spPr>
      </p:cxnSp>
      <p:cxnSp>
        <p:nvCxnSpPr>
          <p:cNvPr id="23" name="Google Shape;117;p15"/>
          <p:cNvCxnSpPr/>
          <p:nvPr/>
        </p:nvCxnSpPr>
        <p:spPr>
          <a:xfrm>
            <a:off x="-72360" y="4877280"/>
            <a:ext cx="9288000" cy="1080"/>
          </a:xfrm>
          <a:prstGeom prst="straightConnector1">
            <a:avLst/>
          </a:prstGeom>
          <a:ln w="28575">
            <a:solidFill>
              <a:srgbClr val="3F3533"/>
            </a:solidFill>
            <a:round/>
          </a:ln>
        </p:spPr>
      </p:cxnSp>
      <p:sp>
        <p:nvSpPr>
          <p:cNvPr id="2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2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6" name="Google Shape;121;p16"/>
          <p:cNvCxnSpPr/>
          <p:nvPr/>
        </p:nvCxnSpPr>
        <p:spPr>
          <a:xfrm>
            <a:off x="-72360" y="273960"/>
            <a:ext cx="9288000" cy="1080"/>
          </a:xfrm>
          <a:prstGeom prst="straightConnector1">
            <a:avLst/>
          </a:prstGeom>
          <a:ln w="28575">
            <a:solidFill>
              <a:srgbClr val="3F3533"/>
            </a:solidFill>
            <a:round/>
          </a:ln>
        </p:spPr>
      </p:cxnSp>
      <p:cxnSp>
        <p:nvCxnSpPr>
          <p:cNvPr id="27" name="Google Shape;122;p16"/>
          <p:cNvCxnSpPr/>
          <p:nvPr/>
        </p:nvCxnSpPr>
        <p:spPr>
          <a:xfrm>
            <a:off x="-72360" y="4877280"/>
            <a:ext cx="9288000" cy="1080"/>
          </a:xfrm>
          <a:prstGeom prst="straightConnector1">
            <a:avLst/>
          </a:prstGeom>
          <a:ln w="28575">
            <a:solidFill>
              <a:srgbClr val="3F3533"/>
            </a:solidFill>
            <a:round/>
          </a:ln>
        </p:spPr>
      </p:cxnSp>
      <p:cxnSp>
        <p:nvCxnSpPr>
          <p:cNvPr id="28" name="Google Shape;123;p16"/>
          <p:cNvCxnSpPr/>
          <p:nvPr/>
        </p:nvCxnSpPr>
        <p:spPr>
          <a:xfrm rot="10800000" flipV="1">
            <a:off x="7453800" y="4052880"/>
            <a:ext cx="1927800" cy="1162080"/>
          </a:xfrm>
          <a:prstGeom prst="curvedConnector3">
            <a:avLst>
              <a:gd name="adj1" fmla="val 25009"/>
            </a:avLst>
          </a:prstGeom>
          <a:ln w="28575">
            <a:solidFill>
              <a:srgbClr val="3F3533"/>
            </a:solidFill>
            <a:round/>
          </a:ln>
        </p:spPr>
      </p:cxnSp>
      <p:cxnSp>
        <p:nvCxnSpPr>
          <p:cNvPr id="29" name="Google Shape;124;p16"/>
          <p:cNvCxnSpPr/>
          <p:nvPr/>
        </p:nvCxnSpPr>
        <p:spPr>
          <a:xfrm rot="10800000" flipV="1">
            <a:off x="-237600" y="-71280"/>
            <a:ext cx="1927440" cy="1161720"/>
          </a:xfrm>
          <a:prstGeom prst="curvedConnector3">
            <a:avLst>
              <a:gd name="adj1" fmla="val 24995"/>
            </a:avLst>
          </a:prstGeom>
          <a:ln w="28575">
            <a:solidFill>
              <a:srgbClr val="3F3533"/>
            </a:solidFill>
            <a:round/>
          </a:ln>
        </p:spPr>
      </p:cxnSp>
      <p:sp>
        <p:nvSpPr>
          <p:cNvPr id="30"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3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34" name="Google Shape;121;p16"/>
          <p:cNvCxnSpPr/>
          <p:nvPr/>
        </p:nvCxnSpPr>
        <p:spPr>
          <a:xfrm>
            <a:off x="-72360" y="273960"/>
            <a:ext cx="9288000" cy="1080"/>
          </a:xfrm>
          <a:prstGeom prst="straightConnector1">
            <a:avLst/>
          </a:prstGeom>
          <a:ln w="28575">
            <a:solidFill>
              <a:srgbClr val="3F3533"/>
            </a:solidFill>
            <a:round/>
          </a:ln>
        </p:spPr>
      </p:cxnSp>
      <p:cxnSp>
        <p:nvCxnSpPr>
          <p:cNvPr id="35" name="Google Shape;122;p16"/>
          <p:cNvCxnSpPr/>
          <p:nvPr/>
        </p:nvCxnSpPr>
        <p:spPr>
          <a:xfrm>
            <a:off x="-72360" y="4877280"/>
            <a:ext cx="9288000" cy="1080"/>
          </a:xfrm>
          <a:prstGeom prst="straightConnector1">
            <a:avLst/>
          </a:prstGeom>
          <a:ln w="28575">
            <a:solidFill>
              <a:srgbClr val="3F3533"/>
            </a:solidFill>
            <a:round/>
          </a:ln>
        </p:spPr>
      </p:cxnSp>
      <p:cxnSp>
        <p:nvCxnSpPr>
          <p:cNvPr id="36" name="Google Shape;123;p16"/>
          <p:cNvCxnSpPr/>
          <p:nvPr/>
        </p:nvCxnSpPr>
        <p:spPr>
          <a:xfrm rot="10800000" flipV="1">
            <a:off x="7453800" y="4052880"/>
            <a:ext cx="1927800" cy="1162080"/>
          </a:xfrm>
          <a:prstGeom prst="curvedConnector3">
            <a:avLst>
              <a:gd name="adj1" fmla="val 25009"/>
            </a:avLst>
          </a:prstGeom>
          <a:ln w="28575">
            <a:solidFill>
              <a:srgbClr val="3F3533"/>
            </a:solidFill>
            <a:round/>
          </a:ln>
        </p:spPr>
      </p:cxnSp>
      <p:cxnSp>
        <p:nvCxnSpPr>
          <p:cNvPr id="37" name="Google Shape;124;p16"/>
          <p:cNvCxnSpPr/>
          <p:nvPr/>
        </p:nvCxnSpPr>
        <p:spPr>
          <a:xfrm rot="10800000" flipV="1">
            <a:off x="-237600" y="-71280"/>
            <a:ext cx="1927440" cy="1161720"/>
          </a:xfrm>
          <a:prstGeom prst="curvedConnector3">
            <a:avLst>
              <a:gd name="adj1" fmla="val 24995"/>
            </a:avLst>
          </a:prstGeom>
          <a:ln w="28575">
            <a:solidFill>
              <a:srgbClr val="3F3533"/>
            </a:solidFill>
            <a:round/>
          </a:ln>
        </p:spPr>
      </p:cxnSp>
      <p:sp>
        <p:nvSpPr>
          <p:cNvPr id="3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3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40" name="Google Shape;128;p17"/>
          <p:cNvCxnSpPr/>
          <p:nvPr/>
        </p:nvCxnSpPr>
        <p:spPr>
          <a:xfrm>
            <a:off x="-72360" y="273960"/>
            <a:ext cx="9288000" cy="1080"/>
          </a:xfrm>
          <a:prstGeom prst="straightConnector1">
            <a:avLst/>
          </a:prstGeom>
          <a:ln w="28575">
            <a:solidFill>
              <a:srgbClr val="3F3533"/>
            </a:solidFill>
            <a:round/>
          </a:ln>
        </p:spPr>
      </p:cxnSp>
      <p:cxnSp>
        <p:nvCxnSpPr>
          <p:cNvPr id="41" name="Google Shape;129;p17"/>
          <p:cNvCxnSpPr/>
          <p:nvPr/>
        </p:nvCxnSpPr>
        <p:spPr>
          <a:xfrm>
            <a:off x="-72360" y="4877280"/>
            <a:ext cx="9288000" cy="1080"/>
          </a:xfrm>
          <a:prstGeom prst="straightConnector1">
            <a:avLst/>
          </a:prstGeom>
          <a:ln w="28575">
            <a:solidFill>
              <a:srgbClr val="3F3533"/>
            </a:solidFill>
            <a:round/>
          </a:ln>
        </p:spPr>
      </p:cxnSp>
      <p:cxnSp>
        <p:nvCxnSpPr>
          <p:cNvPr id="42" name="Google Shape;130;p17"/>
          <p:cNvCxnSpPr/>
          <p:nvPr/>
        </p:nvCxnSpPr>
        <p:spPr>
          <a:xfrm>
            <a:off x="-250200" y="4076280"/>
            <a:ext cx="1927800" cy="1162080"/>
          </a:xfrm>
          <a:prstGeom prst="curvedConnector3">
            <a:avLst>
              <a:gd name="adj1" fmla="val 25009"/>
            </a:avLst>
          </a:prstGeom>
          <a:ln w="28575">
            <a:solidFill>
              <a:srgbClr val="3F3533"/>
            </a:solidFill>
            <a:round/>
          </a:ln>
        </p:spPr>
      </p:cxnSp>
      <p:cxnSp>
        <p:nvCxnSpPr>
          <p:cNvPr id="43" name="Google Shape;131;p17"/>
          <p:cNvCxnSpPr/>
          <p:nvPr/>
        </p:nvCxnSpPr>
        <p:spPr>
          <a:xfrm>
            <a:off x="7440840" y="-48240"/>
            <a:ext cx="1928160" cy="1161720"/>
          </a:xfrm>
          <a:prstGeom prst="curvedConnector3">
            <a:avLst>
              <a:gd name="adj1" fmla="val 25023"/>
            </a:avLst>
          </a:prstGeom>
          <a:ln w="28575">
            <a:solidFill>
              <a:srgbClr val="3F3533"/>
            </a:solidFill>
            <a:round/>
          </a:ln>
        </p:spPr>
      </p:cxnSp>
      <p:sp>
        <p:nvSpPr>
          <p:cNvPr id="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4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46" name="Google Shape;135;p18"/>
          <p:cNvCxnSpPr/>
          <p:nvPr/>
        </p:nvCxnSpPr>
        <p:spPr>
          <a:xfrm>
            <a:off x="-72360" y="273960"/>
            <a:ext cx="9288000" cy="1080"/>
          </a:xfrm>
          <a:prstGeom prst="straightConnector1">
            <a:avLst/>
          </a:prstGeom>
          <a:ln w="28575">
            <a:solidFill>
              <a:srgbClr val="3F3533"/>
            </a:solidFill>
            <a:round/>
          </a:ln>
        </p:spPr>
      </p:cxnSp>
      <p:cxnSp>
        <p:nvCxnSpPr>
          <p:cNvPr id="47" name="Google Shape;136;p18"/>
          <p:cNvCxnSpPr/>
          <p:nvPr/>
        </p:nvCxnSpPr>
        <p:spPr>
          <a:xfrm>
            <a:off x="-72360" y="4877280"/>
            <a:ext cx="9288000" cy="1080"/>
          </a:xfrm>
          <a:prstGeom prst="straightConnector1">
            <a:avLst/>
          </a:prstGeom>
          <a:ln w="28575">
            <a:solidFill>
              <a:srgbClr val="3F3533"/>
            </a:solidFill>
            <a:round/>
          </a:ln>
        </p:spPr>
      </p:cxnSp>
      <p:cxnSp>
        <p:nvCxnSpPr>
          <p:cNvPr id="48" name="Google Shape;137;p18"/>
          <p:cNvCxnSpPr/>
          <p:nvPr/>
        </p:nvCxnSpPr>
        <p:spPr>
          <a:xfrm rot="10800000" flipV="1">
            <a:off x="5924520" y="2796480"/>
            <a:ext cx="3378960" cy="2468160"/>
          </a:xfrm>
          <a:prstGeom prst="curvedConnector3">
            <a:avLst>
              <a:gd name="adj1" fmla="val 24997"/>
            </a:avLst>
          </a:prstGeom>
          <a:ln w="28575">
            <a:solidFill>
              <a:srgbClr val="3F3533"/>
            </a:solidFill>
            <a:round/>
          </a:ln>
        </p:spPr>
      </p:cxnSp>
      <p:sp>
        <p:nvSpPr>
          <p:cNvPr id="49"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5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53" name="Google Shape;135;p18"/>
          <p:cNvCxnSpPr/>
          <p:nvPr/>
        </p:nvCxnSpPr>
        <p:spPr>
          <a:xfrm>
            <a:off x="-72360" y="273960"/>
            <a:ext cx="9288000" cy="1080"/>
          </a:xfrm>
          <a:prstGeom prst="straightConnector1">
            <a:avLst/>
          </a:prstGeom>
          <a:ln w="28575">
            <a:solidFill>
              <a:srgbClr val="3F3533"/>
            </a:solidFill>
            <a:round/>
          </a:ln>
        </p:spPr>
      </p:cxnSp>
      <p:cxnSp>
        <p:nvCxnSpPr>
          <p:cNvPr id="54" name="Google Shape;136;p18"/>
          <p:cNvCxnSpPr/>
          <p:nvPr/>
        </p:nvCxnSpPr>
        <p:spPr>
          <a:xfrm>
            <a:off x="-72360" y="4877280"/>
            <a:ext cx="9288000" cy="1080"/>
          </a:xfrm>
          <a:prstGeom prst="straightConnector1">
            <a:avLst/>
          </a:prstGeom>
          <a:ln w="28575">
            <a:solidFill>
              <a:srgbClr val="3F3533"/>
            </a:solidFill>
            <a:round/>
          </a:ln>
        </p:spPr>
      </p:cxnSp>
      <p:cxnSp>
        <p:nvCxnSpPr>
          <p:cNvPr id="55" name="Google Shape;137;p18"/>
          <p:cNvCxnSpPr/>
          <p:nvPr/>
        </p:nvCxnSpPr>
        <p:spPr>
          <a:xfrm rot="10800000" flipV="1">
            <a:off x="5924520" y="2796480"/>
            <a:ext cx="3378960" cy="2468160"/>
          </a:xfrm>
          <a:prstGeom prst="curvedConnector3">
            <a:avLst>
              <a:gd name="adj1" fmla="val 24997"/>
            </a:avLst>
          </a:prstGeom>
          <a:ln w="28575">
            <a:solidFill>
              <a:srgbClr val="3F3533"/>
            </a:solidFill>
            <a:round/>
          </a:ln>
        </p:spPr>
      </p:cxnSp>
      <p:sp>
        <p:nvSpPr>
          <p:cNvPr id="5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5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58" name="Google Shape;141;p19"/>
          <p:cNvCxnSpPr/>
          <p:nvPr/>
        </p:nvCxnSpPr>
        <p:spPr>
          <a:xfrm>
            <a:off x="-72360" y="273960"/>
            <a:ext cx="9288000" cy="1080"/>
          </a:xfrm>
          <a:prstGeom prst="straightConnector1">
            <a:avLst/>
          </a:prstGeom>
          <a:ln w="28575">
            <a:solidFill>
              <a:srgbClr val="3F3533"/>
            </a:solidFill>
            <a:round/>
          </a:ln>
        </p:spPr>
      </p:cxnSp>
      <p:cxnSp>
        <p:nvCxnSpPr>
          <p:cNvPr id="59" name="Google Shape;142;p19"/>
          <p:cNvCxnSpPr/>
          <p:nvPr/>
        </p:nvCxnSpPr>
        <p:spPr>
          <a:xfrm>
            <a:off x="-72360" y="4877280"/>
            <a:ext cx="9288000" cy="1080"/>
          </a:xfrm>
          <a:prstGeom prst="straightConnector1">
            <a:avLst/>
          </a:prstGeom>
          <a:ln w="28575">
            <a:solidFill>
              <a:srgbClr val="3F3533"/>
            </a:solidFill>
            <a:round/>
          </a:ln>
        </p:spPr>
      </p:cxnSp>
      <p:sp>
        <p:nvSpPr>
          <p:cNvPr id="6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6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62" name="Google Shape;146;p20"/>
          <p:cNvCxnSpPr/>
          <p:nvPr/>
        </p:nvCxnSpPr>
        <p:spPr>
          <a:xfrm>
            <a:off x="-72360" y="273960"/>
            <a:ext cx="9288000" cy="1080"/>
          </a:xfrm>
          <a:prstGeom prst="straightConnector1">
            <a:avLst/>
          </a:prstGeom>
          <a:ln w="28575">
            <a:solidFill>
              <a:srgbClr val="3F3533"/>
            </a:solidFill>
            <a:round/>
          </a:ln>
        </p:spPr>
      </p:cxnSp>
      <p:cxnSp>
        <p:nvCxnSpPr>
          <p:cNvPr id="63" name="Google Shape;147;p20"/>
          <p:cNvCxnSpPr/>
          <p:nvPr/>
        </p:nvCxnSpPr>
        <p:spPr>
          <a:xfrm>
            <a:off x="-72360" y="4877280"/>
            <a:ext cx="9288000" cy="1080"/>
          </a:xfrm>
          <a:prstGeom prst="straightConnector1">
            <a:avLst/>
          </a:prstGeom>
          <a:ln w="28575">
            <a:solidFill>
              <a:srgbClr val="3F3533"/>
            </a:solidFill>
            <a:round/>
          </a:ln>
        </p:spPr>
      </p:cxnSp>
      <p:cxnSp>
        <p:nvCxnSpPr>
          <p:cNvPr id="64" name="Google Shape;148;p20"/>
          <p:cNvCxnSpPr/>
          <p:nvPr/>
        </p:nvCxnSpPr>
        <p:spPr>
          <a:xfrm>
            <a:off x="-250200" y="4076280"/>
            <a:ext cx="1927800" cy="1162080"/>
          </a:xfrm>
          <a:prstGeom prst="curvedConnector3">
            <a:avLst>
              <a:gd name="adj1" fmla="val 25009"/>
            </a:avLst>
          </a:prstGeom>
          <a:ln w="28575">
            <a:solidFill>
              <a:srgbClr val="3F3533"/>
            </a:solidFill>
            <a:round/>
          </a:ln>
        </p:spPr>
      </p:cxnSp>
      <p:cxnSp>
        <p:nvCxnSpPr>
          <p:cNvPr id="65" name="Google Shape;149;p20"/>
          <p:cNvCxnSpPr/>
          <p:nvPr/>
        </p:nvCxnSpPr>
        <p:spPr>
          <a:xfrm>
            <a:off x="7440840" y="-48240"/>
            <a:ext cx="1928160" cy="1161720"/>
          </a:xfrm>
          <a:prstGeom prst="curvedConnector3">
            <a:avLst>
              <a:gd name="adj1" fmla="val 25023"/>
            </a:avLst>
          </a:prstGeom>
          <a:ln w="28575">
            <a:solidFill>
              <a:srgbClr val="3F3533"/>
            </a:solidFill>
            <a:round/>
          </a:ln>
        </p:spPr>
      </p:cxnSp>
      <p:cxnSp>
        <p:nvCxnSpPr>
          <p:cNvPr id="66" name="Google Shape;150;p20"/>
          <p:cNvCxnSpPr/>
          <p:nvPr/>
        </p:nvCxnSpPr>
        <p:spPr>
          <a:xfrm rot="10800000" flipV="1">
            <a:off x="7453800" y="4052880"/>
            <a:ext cx="1927800" cy="1162080"/>
          </a:xfrm>
          <a:prstGeom prst="curvedConnector3">
            <a:avLst>
              <a:gd name="adj1" fmla="val 25009"/>
            </a:avLst>
          </a:prstGeom>
          <a:ln w="28575">
            <a:solidFill>
              <a:srgbClr val="3F3533"/>
            </a:solidFill>
            <a:round/>
          </a:ln>
        </p:spPr>
      </p:cxnSp>
      <p:cxnSp>
        <p:nvCxnSpPr>
          <p:cNvPr id="67" name="Google Shape;151;p20"/>
          <p:cNvCxnSpPr/>
          <p:nvPr/>
        </p:nvCxnSpPr>
        <p:spPr>
          <a:xfrm rot="10800000" flipV="1">
            <a:off x="-237600" y="-71280"/>
            <a:ext cx="1927440" cy="1161720"/>
          </a:xfrm>
          <a:prstGeom prst="curvedConnector3">
            <a:avLst>
              <a:gd name="adj1" fmla="val 24995"/>
            </a:avLst>
          </a:prstGeom>
          <a:ln w="28575">
            <a:solidFill>
              <a:srgbClr val="3F3533"/>
            </a:solidFill>
            <a:round/>
          </a:ln>
        </p:spPr>
      </p:cxnSp>
      <p:sp>
        <p:nvSpPr>
          <p:cNvPr id="6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6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74" name="Google Shape;146;p20"/>
          <p:cNvCxnSpPr/>
          <p:nvPr/>
        </p:nvCxnSpPr>
        <p:spPr>
          <a:xfrm>
            <a:off x="-72360" y="273960"/>
            <a:ext cx="9288000" cy="1080"/>
          </a:xfrm>
          <a:prstGeom prst="straightConnector1">
            <a:avLst/>
          </a:prstGeom>
          <a:ln w="28575">
            <a:solidFill>
              <a:srgbClr val="3F3533"/>
            </a:solidFill>
            <a:round/>
          </a:ln>
        </p:spPr>
      </p:cxnSp>
      <p:cxnSp>
        <p:nvCxnSpPr>
          <p:cNvPr id="75" name="Google Shape;147;p20"/>
          <p:cNvCxnSpPr/>
          <p:nvPr/>
        </p:nvCxnSpPr>
        <p:spPr>
          <a:xfrm>
            <a:off x="-72360" y="4877280"/>
            <a:ext cx="9288000" cy="1080"/>
          </a:xfrm>
          <a:prstGeom prst="straightConnector1">
            <a:avLst/>
          </a:prstGeom>
          <a:ln w="28575">
            <a:solidFill>
              <a:srgbClr val="3F3533"/>
            </a:solidFill>
            <a:round/>
          </a:ln>
        </p:spPr>
      </p:cxnSp>
      <p:cxnSp>
        <p:nvCxnSpPr>
          <p:cNvPr id="76" name="Google Shape;148;p20"/>
          <p:cNvCxnSpPr/>
          <p:nvPr/>
        </p:nvCxnSpPr>
        <p:spPr>
          <a:xfrm>
            <a:off x="-250200" y="4076280"/>
            <a:ext cx="1927800" cy="1162080"/>
          </a:xfrm>
          <a:prstGeom prst="curvedConnector3">
            <a:avLst>
              <a:gd name="adj1" fmla="val 25009"/>
            </a:avLst>
          </a:prstGeom>
          <a:ln w="28575">
            <a:solidFill>
              <a:srgbClr val="3F3533"/>
            </a:solidFill>
            <a:round/>
          </a:ln>
        </p:spPr>
      </p:cxnSp>
      <p:cxnSp>
        <p:nvCxnSpPr>
          <p:cNvPr id="77" name="Google Shape;149;p20"/>
          <p:cNvCxnSpPr/>
          <p:nvPr/>
        </p:nvCxnSpPr>
        <p:spPr>
          <a:xfrm>
            <a:off x="7440840" y="-48240"/>
            <a:ext cx="1928160" cy="1161720"/>
          </a:xfrm>
          <a:prstGeom prst="curvedConnector3">
            <a:avLst>
              <a:gd name="adj1" fmla="val 25023"/>
            </a:avLst>
          </a:prstGeom>
          <a:ln w="28575">
            <a:solidFill>
              <a:srgbClr val="3F3533"/>
            </a:solidFill>
            <a:round/>
          </a:ln>
        </p:spPr>
      </p:cxnSp>
      <p:cxnSp>
        <p:nvCxnSpPr>
          <p:cNvPr id="78" name="Google Shape;150;p20"/>
          <p:cNvCxnSpPr/>
          <p:nvPr/>
        </p:nvCxnSpPr>
        <p:spPr>
          <a:xfrm rot="10800000" flipV="1">
            <a:off x="7453800" y="4052880"/>
            <a:ext cx="1927800" cy="1162080"/>
          </a:xfrm>
          <a:prstGeom prst="curvedConnector3">
            <a:avLst>
              <a:gd name="adj1" fmla="val 25009"/>
            </a:avLst>
          </a:prstGeom>
          <a:ln w="28575">
            <a:solidFill>
              <a:srgbClr val="3F3533"/>
            </a:solidFill>
            <a:round/>
          </a:ln>
        </p:spPr>
      </p:cxnSp>
      <p:cxnSp>
        <p:nvCxnSpPr>
          <p:cNvPr id="79" name="Google Shape;151;p20"/>
          <p:cNvCxnSpPr/>
          <p:nvPr/>
        </p:nvCxnSpPr>
        <p:spPr>
          <a:xfrm rot="10800000" flipV="1">
            <a:off x="-237600" y="-71280"/>
            <a:ext cx="1927440" cy="1161720"/>
          </a:xfrm>
          <a:prstGeom prst="curvedConnector3">
            <a:avLst>
              <a:gd name="adj1" fmla="val 24995"/>
            </a:avLst>
          </a:prstGeom>
          <a:ln w="28575">
            <a:solidFill>
              <a:srgbClr val="3F3533"/>
            </a:solidFill>
            <a:round/>
          </a:ln>
        </p:spPr>
      </p:cxnSp>
      <p:sp>
        <p:nvSpPr>
          <p:cNvPr id="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8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86" name="Google Shape;19;p3"/>
          <p:cNvCxnSpPr/>
          <p:nvPr/>
        </p:nvCxnSpPr>
        <p:spPr>
          <a:xfrm>
            <a:off x="-72360" y="273960"/>
            <a:ext cx="9288000" cy="1080"/>
          </a:xfrm>
          <a:prstGeom prst="straightConnector1">
            <a:avLst/>
          </a:prstGeom>
          <a:ln w="28575">
            <a:solidFill>
              <a:srgbClr val="3F3533"/>
            </a:solidFill>
            <a:round/>
          </a:ln>
        </p:spPr>
      </p:cxnSp>
      <p:cxnSp>
        <p:nvCxnSpPr>
          <p:cNvPr id="87" name="Google Shape;20;p3"/>
          <p:cNvCxnSpPr/>
          <p:nvPr/>
        </p:nvCxnSpPr>
        <p:spPr>
          <a:xfrm>
            <a:off x="-72360" y="4877280"/>
            <a:ext cx="9288000" cy="1080"/>
          </a:xfrm>
          <a:prstGeom prst="straightConnector1">
            <a:avLst/>
          </a:prstGeom>
          <a:ln w="28575">
            <a:solidFill>
              <a:srgbClr val="3F3533"/>
            </a:solidFill>
            <a:round/>
          </a:ln>
        </p:spPr>
      </p:cxnSp>
      <p:cxnSp>
        <p:nvCxnSpPr>
          <p:cNvPr id="88" name="Google Shape;21;p3"/>
          <p:cNvCxnSpPr/>
          <p:nvPr/>
        </p:nvCxnSpPr>
        <p:spPr>
          <a:xfrm rot="10800000" flipV="1">
            <a:off x="7948080" y="3978720"/>
            <a:ext cx="1379520" cy="1237680"/>
          </a:xfrm>
          <a:prstGeom prst="curvedConnector3">
            <a:avLst>
              <a:gd name="adj1" fmla="val 24980"/>
            </a:avLst>
          </a:prstGeom>
          <a:ln w="28575">
            <a:solidFill>
              <a:srgbClr val="3F3533"/>
            </a:solidFill>
            <a:round/>
          </a:ln>
        </p:spPr>
      </p:cxnSp>
      <p:cxnSp>
        <p:nvCxnSpPr>
          <p:cNvPr id="89" name="Google Shape;22;p3"/>
          <p:cNvCxnSpPr/>
          <p:nvPr/>
        </p:nvCxnSpPr>
        <p:spPr>
          <a:xfrm rot="10800000" flipV="1">
            <a:off x="-113040" y="-88920"/>
            <a:ext cx="1419480" cy="1065240"/>
          </a:xfrm>
          <a:prstGeom prst="curvedConnector3">
            <a:avLst>
              <a:gd name="adj1" fmla="val 25012"/>
            </a:avLst>
          </a:prstGeom>
          <a:ln w="28575">
            <a:solidFill>
              <a:srgbClr val="3F3533"/>
            </a:solidFill>
            <a:round/>
          </a:ln>
        </p:spPr>
      </p:cxnSp>
      <p:sp>
        <p:nvSpPr>
          <p:cNvPr id="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9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92" name="Google Shape;156;p21"/>
          <p:cNvCxnSpPr/>
          <p:nvPr/>
        </p:nvCxnSpPr>
        <p:spPr>
          <a:xfrm flipH="1">
            <a:off x="0" y="273960"/>
            <a:ext cx="9288000" cy="1080"/>
          </a:xfrm>
          <a:prstGeom prst="straightConnector1">
            <a:avLst/>
          </a:prstGeom>
          <a:ln w="28575">
            <a:solidFill>
              <a:srgbClr val="3F3533"/>
            </a:solidFill>
            <a:round/>
          </a:ln>
        </p:spPr>
      </p:cxnSp>
      <p:cxnSp>
        <p:nvCxnSpPr>
          <p:cNvPr id="93" name="Google Shape;157;p21"/>
          <p:cNvCxnSpPr/>
          <p:nvPr/>
        </p:nvCxnSpPr>
        <p:spPr>
          <a:xfrm flipH="1">
            <a:off x="0" y="4877280"/>
            <a:ext cx="9288000" cy="1080"/>
          </a:xfrm>
          <a:prstGeom prst="straightConnector1">
            <a:avLst/>
          </a:prstGeom>
          <a:ln w="28575">
            <a:solidFill>
              <a:srgbClr val="3F3533"/>
            </a:solidFill>
            <a:round/>
          </a:ln>
        </p:spPr>
      </p:cxnSp>
      <p:cxnSp>
        <p:nvCxnSpPr>
          <p:cNvPr id="94" name="Google Shape;158;p21"/>
          <p:cNvCxnSpPr/>
          <p:nvPr/>
        </p:nvCxnSpPr>
        <p:spPr>
          <a:xfrm>
            <a:off x="-112680" y="3979440"/>
            <a:ext cx="1379160" cy="1237680"/>
          </a:xfrm>
          <a:prstGeom prst="curvedConnector2">
            <a:avLst/>
          </a:prstGeom>
          <a:ln w="28575">
            <a:solidFill>
              <a:srgbClr val="3F3533"/>
            </a:solidFill>
            <a:round/>
          </a:ln>
        </p:spPr>
      </p:cxnSp>
      <p:cxnSp>
        <p:nvCxnSpPr>
          <p:cNvPr id="95" name="Google Shape;159;p21"/>
          <p:cNvCxnSpPr/>
          <p:nvPr/>
        </p:nvCxnSpPr>
        <p:spPr>
          <a:xfrm>
            <a:off x="7908480" y="-88560"/>
            <a:ext cx="1419840" cy="106524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96" name="Google Shape;162;p22"/>
          <p:cNvCxnSpPr/>
          <p:nvPr/>
        </p:nvCxnSpPr>
        <p:spPr>
          <a:xfrm>
            <a:off x="-72360" y="273960"/>
            <a:ext cx="9288000" cy="1080"/>
          </a:xfrm>
          <a:prstGeom prst="straightConnector1">
            <a:avLst/>
          </a:prstGeom>
          <a:ln w="28575">
            <a:solidFill>
              <a:srgbClr val="3F3533"/>
            </a:solidFill>
            <a:round/>
          </a:ln>
        </p:spPr>
      </p:cxnSp>
      <p:cxnSp>
        <p:nvCxnSpPr>
          <p:cNvPr id="97" name="Google Shape;163;p22"/>
          <p:cNvCxnSpPr/>
          <p:nvPr/>
        </p:nvCxnSpPr>
        <p:spPr>
          <a:xfrm>
            <a:off x="-72360" y="4877280"/>
            <a:ext cx="9288000" cy="1080"/>
          </a:xfrm>
          <a:prstGeom prst="straightConnector1">
            <a:avLst/>
          </a:prstGeom>
          <a:ln w="28575">
            <a:solidFill>
              <a:srgbClr val="3F3533"/>
            </a:solidFill>
            <a:round/>
          </a:ln>
        </p:spPr>
      </p:cxnSp>
      <p:cxnSp>
        <p:nvCxnSpPr>
          <p:cNvPr id="98" name="Google Shape;164;p22"/>
          <p:cNvCxnSpPr/>
          <p:nvPr/>
        </p:nvCxnSpPr>
        <p:spPr>
          <a:xfrm>
            <a:off x="7207200" y="-153000"/>
            <a:ext cx="2121480" cy="127440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99" name="Google Shape;166;p23"/>
          <p:cNvCxnSpPr/>
          <p:nvPr/>
        </p:nvCxnSpPr>
        <p:spPr>
          <a:xfrm>
            <a:off x="-72360" y="273960"/>
            <a:ext cx="9288000" cy="1080"/>
          </a:xfrm>
          <a:prstGeom prst="straightConnector1">
            <a:avLst/>
          </a:prstGeom>
          <a:ln w="28575">
            <a:solidFill>
              <a:srgbClr val="3F3533"/>
            </a:solidFill>
            <a:round/>
          </a:ln>
        </p:spPr>
      </p:cxnSp>
      <p:cxnSp>
        <p:nvCxnSpPr>
          <p:cNvPr id="100" name="Google Shape;167;p23"/>
          <p:cNvCxnSpPr/>
          <p:nvPr/>
        </p:nvCxnSpPr>
        <p:spPr>
          <a:xfrm>
            <a:off x="-72360" y="4877280"/>
            <a:ext cx="9288000" cy="1080"/>
          </a:xfrm>
          <a:prstGeom prst="straightConnector1">
            <a:avLst/>
          </a:prstGeom>
          <a:ln w="28575">
            <a:solidFill>
              <a:srgbClr val="3F3533"/>
            </a:solidFill>
            <a:round/>
          </a:ln>
        </p:spPr>
      </p:cxnSp>
      <p:cxnSp>
        <p:nvCxnSpPr>
          <p:cNvPr id="101" name="Google Shape;168;p23"/>
          <p:cNvCxnSpPr/>
          <p:nvPr/>
        </p:nvCxnSpPr>
        <p:spPr>
          <a:xfrm>
            <a:off x="-250200" y="4076280"/>
            <a:ext cx="1927800" cy="1162080"/>
          </a:xfrm>
          <a:prstGeom prst="curvedConnector2">
            <a:avLst/>
          </a:prstGeom>
          <a:ln w="28575">
            <a:solidFill>
              <a:srgbClr val="3F3533"/>
            </a:solidFill>
            <a:round/>
          </a:ln>
        </p:spPr>
      </p:cxnSp>
      <p:cxnSp>
        <p:nvCxnSpPr>
          <p:cNvPr id="102" name="Google Shape;169;p23"/>
          <p:cNvCxnSpPr/>
          <p:nvPr/>
        </p:nvCxnSpPr>
        <p:spPr>
          <a:xfrm>
            <a:off x="7440840" y="-48240"/>
            <a:ext cx="1928160" cy="1161720"/>
          </a:xfrm>
          <a:prstGeom prst="curvedConnector2">
            <a:avLst/>
          </a:prstGeom>
          <a:ln w="28575">
            <a:solidFill>
              <a:srgbClr val="3F3533"/>
            </a:solidFill>
            <a:round/>
          </a:ln>
        </p:spPr>
      </p:cxnSp>
      <p:cxnSp>
        <p:nvCxnSpPr>
          <p:cNvPr id="103" name="Google Shape;170;p23"/>
          <p:cNvCxnSpPr/>
          <p:nvPr/>
        </p:nvCxnSpPr>
        <p:spPr>
          <a:xfrm rot="10800000" flipV="1">
            <a:off x="7453800" y="4052880"/>
            <a:ext cx="1927800" cy="1162080"/>
          </a:xfrm>
          <a:prstGeom prst="curvedConnector2">
            <a:avLst/>
          </a:prstGeom>
          <a:ln w="28575">
            <a:solidFill>
              <a:srgbClr val="3F3533"/>
            </a:solidFill>
            <a:round/>
          </a:ln>
        </p:spPr>
      </p:cxnSp>
      <p:cxnSp>
        <p:nvCxnSpPr>
          <p:cNvPr id="104" name="Google Shape;171;p23"/>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8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05" name="Google Shape;183;p24"/>
          <p:cNvCxnSpPr/>
          <p:nvPr/>
        </p:nvCxnSpPr>
        <p:spPr>
          <a:xfrm>
            <a:off x="-72360" y="273960"/>
            <a:ext cx="9288000" cy="1080"/>
          </a:xfrm>
          <a:prstGeom prst="straightConnector1">
            <a:avLst/>
          </a:prstGeom>
          <a:ln w="28575">
            <a:solidFill>
              <a:srgbClr val="3F3533"/>
            </a:solidFill>
            <a:round/>
          </a:ln>
        </p:spPr>
      </p:cxnSp>
      <p:cxnSp>
        <p:nvCxnSpPr>
          <p:cNvPr id="106" name="Google Shape;184;p24"/>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8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07" name="Google Shape;186;p25"/>
          <p:cNvCxnSpPr/>
          <p:nvPr/>
        </p:nvCxnSpPr>
        <p:spPr>
          <a:xfrm>
            <a:off x="-72360" y="273960"/>
            <a:ext cx="9288000" cy="1080"/>
          </a:xfrm>
          <a:prstGeom prst="straightConnector1">
            <a:avLst/>
          </a:prstGeom>
          <a:ln w="28575">
            <a:solidFill>
              <a:srgbClr val="3F3533"/>
            </a:solidFill>
            <a:round/>
          </a:ln>
        </p:spPr>
      </p:cxnSp>
      <p:cxnSp>
        <p:nvCxnSpPr>
          <p:cNvPr id="108" name="Google Shape;187;p25"/>
          <p:cNvCxnSpPr/>
          <p:nvPr/>
        </p:nvCxnSpPr>
        <p:spPr>
          <a:xfrm>
            <a:off x="-72360" y="4877280"/>
            <a:ext cx="9288000" cy="1080"/>
          </a:xfrm>
          <a:prstGeom prst="straightConnector1">
            <a:avLst/>
          </a:prstGeom>
          <a:ln w="28575">
            <a:solidFill>
              <a:srgbClr val="3F3533"/>
            </a:solidFill>
            <a:round/>
          </a:ln>
        </p:spPr>
      </p:cxnSp>
      <p:cxnSp>
        <p:nvCxnSpPr>
          <p:cNvPr id="109" name="Google Shape;188;p25"/>
          <p:cNvCxnSpPr/>
          <p:nvPr/>
        </p:nvCxnSpPr>
        <p:spPr>
          <a:xfrm>
            <a:off x="-250200" y="4076280"/>
            <a:ext cx="1927800" cy="1162080"/>
          </a:xfrm>
          <a:prstGeom prst="curvedConnector2">
            <a:avLst/>
          </a:prstGeom>
          <a:ln w="28575">
            <a:solidFill>
              <a:srgbClr val="3F3533"/>
            </a:solidFill>
            <a:round/>
          </a:ln>
        </p:spPr>
      </p:cxnSp>
      <p:cxnSp>
        <p:nvCxnSpPr>
          <p:cNvPr id="110" name="Google Shape;189;p25"/>
          <p:cNvCxnSpPr/>
          <p:nvPr/>
        </p:nvCxnSpPr>
        <p:spPr>
          <a:xfrm>
            <a:off x="7440840" y="-48240"/>
            <a:ext cx="192816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9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11" name="Google Shape;194;p26"/>
          <p:cNvCxnSpPr/>
          <p:nvPr/>
        </p:nvCxnSpPr>
        <p:spPr>
          <a:xfrm>
            <a:off x="-72360" y="273960"/>
            <a:ext cx="9288000" cy="1080"/>
          </a:xfrm>
          <a:prstGeom prst="straightConnector1">
            <a:avLst/>
          </a:prstGeom>
          <a:ln w="28575">
            <a:solidFill>
              <a:srgbClr val="3F3533"/>
            </a:solidFill>
            <a:round/>
          </a:ln>
        </p:spPr>
      </p:cxnSp>
      <p:cxnSp>
        <p:nvCxnSpPr>
          <p:cNvPr id="112" name="Google Shape;195;p26"/>
          <p:cNvCxnSpPr/>
          <p:nvPr/>
        </p:nvCxnSpPr>
        <p:spPr>
          <a:xfrm>
            <a:off x="-72360" y="4877280"/>
            <a:ext cx="9288000" cy="1080"/>
          </a:xfrm>
          <a:prstGeom prst="straightConnector1">
            <a:avLst/>
          </a:prstGeom>
          <a:ln w="28575">
            <a:solidFill>
              <a:srgbClr val="3F3533"/>
            </a:solidFill>
            <a:round/>
          </a:ln>
        </p:spPr>
      </p:cxnSp>
      <p:cxnSp>
        <p:nvCxnSpPr>
          <p:cNvPr id="113" name="Google Shape;196;p26"/>
          <p:cNvCxnSpPr/>
          <p:nvPr/>
        </p:nvCxnSpPr>
        <p:spPr>
          <a:xfrm>
            <a:off x="7440840" y="-48240"/>
            <a:ext cx="1928160" cy="1161720"/>
          </a:xfrm>
          <a:prstGeom prst="curvedConnector2">
            <a:avLst/>
          </a:prstGeom>
          <a:ln w="28575">
            <a:solidFill>
              <a:srgbClr val="3F3533"/>
            </a:solidFill>
            <a:round/>
          </a:ln>
        </p:spPr>
      </p:cxnSp>
      <p:cxnSp>
        <p:nvCxnSpPr>
          <p:cNvPr id="114" name="Google Shape;197;p26"/>
          <p:cNvCxnSpPr/>
          <p:nvPr/>
        </p:nvCxnSpPr>
        <p:spPr>
          <a:xfrm rot="10800000" flipV="1">
            <a:off x="7453800" y="4052880"/>
            <a:ext cx="1927800" cy="116208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9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15" name="Google Shape;202;p27"/>
          <p:cNvCxnSpPr/>
          <p:nvPr/>
        </p:nvCxnSpPr>
        <p:spPr>
          <a:xfrm>
            <a:off x="-72360" y="273960"/>
            <a:ext cx="9288000" cy="1080"/>
          </a:xfrm>
          <a:prstGeom prst="straightConnector1">
            <a:avLst/>
          </a:prstGeom>
          <a:ln w="28575">
            <a:solidFill>
              <a:srgbClr val="3F3533"/>
            </a:solidFill>
            <a:round/>
          </a:ln>
        </p:spPr>
      </p:cxnSp>
      <p:cxnSp>
        <p:nvCxnSpPr>
          <p:cNvPr id="116" name="Google Shape;203;p27"/>
          <p:cNvCxnSpPr/>
          <p:nvPr/>
        </p:nvCxnSpPr>
        <p:spPr>
          <a:xfrm>
            <a:off x="-72360" y="4877280"/>
            <a:ext cx="9288000" cy="1080"/>
          </a:xfrm>
          <a:prstGeom prst="straightConnector1">
            <a:avLst/>
          </a:prstGeom>
          <a:ln w="28575">
            <a:solidFill>
              <a:srgbClr val="3F3533"/>
            </a:solidFill>
            <a:round/>
          </a:ln>
        </p:spPr>
      </p:cxnSp>
      <p:cxnSp>
        <p:nvCxnSpPr>
          <p:cNvPr id="117" name="Google Shape;204;p27"/>
          <p:cNvCxnSpPr/>
          <p:nvPr/>
        </p:nvCxnSpPr>
        <p:spPr>
          <a:xfrm>
            <a:off x="-209520" y="2402280"/>
            <a:ext cx="3144960" cy="2790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9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18" name="Google Shape;209;p28"/>
          <p:cNvCxnSpPr/>
          <p:nvPr/>
        </p:nvCxnSpPr>
        <p:spPr>
          <a:xfrm>
            <a:off x="-72360" y="273960"/>
            <a:ext cx="9288000" cy="1080"/>
          </a:xfrm>
          <a:prstGeom prst="straightConnector1">
            <a:avLst/>
          </a:prstGeom>
          <a:ln w="28575">
            <a:solidFill>
              <a:srgbClr val="3F3533"/>
            </a:solidFill>
            <a:round/>
          </a:ln>
        </p:spPr>
      </p:cxnSp>
      <p:cxnSp>
        <p:nvCxnSpPr>
          <p:cNvPr id="119" name="Google Shape;210;p28"/>
          <p:cNvCxnSpPr/>
          <p:nvPr/>
        </p:nvCxnSpPr>
        <p:spPr>
          <a:xfrm>
            <a:off x="-72360" y="4877280"/>
            <a:ext cx="9288000" cy="1080"/>
          </a:xfrm>
          <a:prstGeom prst="straightConnector1">
            <a:avLst/>
          </a:prstGeom>
          <a:ln w="28575">
            <a:solidFill>
              <a:srgbClr val="3F3533"/>
            </a:solidFill>
            <a:round/>
          </a:ln>
        </p:spPr>
      </p:cxnSp>
      <p:cxnSp>
        <p:nvCxnSpPr>
          <p:cNvPr id="120" name="Google Shape;211;p28"/>
          <p:cNvCxnSpPr/>
          <p:nvPr/>
        </p:nvCxnSpPr>
        <p:spPr>
          <a:xfrm>
            <a:off x="-250200" y="4076280"/>
            <a:ext cx="1927800" cy="1162080"/>
          </a:xfrm>
          <a:prstGeom prst="curvedConnector2">
            <a:avLst/>
          </a:prstGeom>
          <a:ln w="28575">
            <a:solidFill>
              <a:srgbClr val="3F3533"/>
            </a:solidFill>
            <a:round/>
          </a:ln>
        </p:spPr>
      </p:cxnSp>
      <p:cxnSp>
        <p:nvCxnSpPr>
          <p:cNvPr id="121" name="Google Shape;212;p28"/>
          <p:cNvCxnSpPr/>
          <p:nvPr/>
        </p:nvCxnSpPr>
        <p:spPr>
          <a:xfrm>
            <a:off x="7440840" y="-48240"/>
            <a:ext cx="1928160" cy="1161720"/>
          </a:xfrm>
          <a:prstGeom prst="curvedConnector2">
            <a:avLst/>
          </a:prstGeom>
          <a:ln w="28575">
            <a:solidFill>
              <a:srgbClr val="3F3533"/>
            </a:solidFill>
            <a:round/>
          </a:ln>
        </p:spPr>
      </p:cxnSp>
      <p:cxnSp>
        <p:nvCxnSpPr>
          <p:cNvPr id="122" name="Google Shape;213;p28"/>
          <p:cNvCxnSpPr/>
          <p:nvPr/>
        </p:nvCxnSpPr>
        <p:spPr>
          <a:xfrm rot="10800000" flipV="1">
            <a:off x="7453800" y="4052880"/>
            <a:ext cx="1927800" cy="1162080"/>
          </a:xfrm>
          <a:prstGeom prst="curvedConnector2">
            <a:avLst/>
          </a:prstGeom>
          <a:ln w="28575">
            <a:solidFill>
              <a:srgbClr val="3F3533"/>
            </a:solidFill>
            <a:round/>
          </a:ln>
        </p:spPr>
      </p:cxnSp>
      <p:cxnSp>
        <p:nvCxnSpPr>
          <p:cNvPr id="123" name="Google Shape;214;p28"/>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24" name="Google Shape;218;p29"/>
          <p:cNvCxnSpPr/>
          <p:nvPr/>
        </p:nvCxnSpPr>
        <p:spPr>
          <a:xfrm>
            <a:off x="-72360" y="273960"/>
            <a:ext cx="9288000" cy="1080"/>
          </a:xfrm>
          <a:prstGeom prst="straightConnector1">
            <a:avLst/>
          </a:prstGeom>
          <a:ln w="28575">
            <a:solidFill>
              <a:srgbClr val="3F3533"/>
            </a:solidFill>
            <a:round/>
          </a:ln>
        </p:spPr>
      </p:cxnSp>
      <p:cxnSp>
        <p:nvCxnSpPr>
          <p:cNvPr id="125" name="Google Shape;219;p29"/>
          <p:cNvCxnSpPr/>
          <p:nvPr/>
        </p:nvCxnSpPr>
        <p:spPr>
          <a:xfrm>
            <a:off x="-72360" y="4877280"/>
            <a:ext cx="9288000" cy="1080"/>
          </a:xfrm>
          <a:prstGeom prst="straightConnector1">
            <a:avLst/>
          </a:prstGeom>
          <a:ln w="28575">
            <a:solidFill>
              <a:srgbClr val="3F3533"/>
            </a:solidFill>
            <a:round/>
          </a:ln>
        </p:spPr>
      </p:cxnSp>
      <p:cxnSp>
        <p:nvCxnSpPr>
          <p:cNvPr id="126" name="Google Shape;220;p29"/>
          <p:cNvCxnSpPr/>
          <p:nvPr/>
        </p:nvCxnSpPr>
        <p:spPr>
          <a:xfrm>
            <a:off x="5322600" y="-80280"/>
            <a:ext cx="4006080" cy="2007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27" name="Google Shape;224;p30"/>
          <p:cNvCxnSpPr/>
          <p:nvPr/>
        </p:nvCxnSpPr>
        <p:spPr>
          <a:xfrm>
            <a:off x="-72360" y="273960"/>
            <a:ext cx="9288000" cy="1080"/>
          </a:xfrm>
          <a:prstGeom prst="straightConnector1">
            <a:avLst/>
          </a:prstGeom>
          <a:ln w="28575">
            <a:solidFill>
              <a:srgbClr val="3F3533"/>
            </a:solidFill>
            <a:round/>
          </a:ln>
        </p:spPr>
      </p:cxnSp>
      <p:cxnSp>
        <p:nvCxnSpPr>
          <p:cNvPr id="128" name="Google Shape;225;p30"/>
          <p:cNvCxnSpPr/>
          <p:nvPr/>
        </p:nvCxnSpPr>
        <p:spPr>
          <a:xfrm>
            <a:off x="-72360" y="4877280"/>
            <a:ext cx="9288000" cy="1080"/>
          </a:xfrm>
          <a:prstGeom prst="straightConnector1">
            <a:avLst/>
          </a:prstGeom>
          <a:ln w="28575">
            <a:solidFill>
              <a:srgbClr val="3F3533"/>
            </a:solidFill>
            <a:round/>
          </a:ln>
        </p:spPr>
      </p:cxnSp>
      <p:cxnSp>
        <p:nvCxnSpPr>
          <p:cNvPr id="129" name="Google Shape;226;p30"/>
          <p:cNvCxnSpPr/>
          <p:nvPr/>
        </p:nvCxnSpPr>
        <p:spPr>
          <a:xfrm>
            <a:off x="-250200" y="4076280"/>
            <a:ext cx="1927800" cy="1162080"/>
          </a:xfrm>
          <a:prstGeom prst="curvedConnector2">
            <a:avLst/>
          </a:prstGeom>
          <a:ln w="28575">
            <a:solidFill>
              <a:srgbClr val="3F3533"/>
            </a:solidFill>
            <a:round/>
          </a:ln>
        </p:spPr>
      </p:cxnSp>
      <p:cxnSp>
        <p:nvCxnSpPr>
          <p:cNvPr id="130" name="Google Shape;227;p30"/>
          <p:cNvCxnSpPr/>
          <p:nvPr/>
        </p:nvCxnSpPr>
        <p:spPr>
          <a:xfrm>
            <a:off x="7440840" y="-48240"/>
            <a:ext cx="1928160" cy="1161720"/>
          </a:xfrm>
          <a:prstGeom prst="curvedConnector2">
            <a:avLst/>
          </a:prstGeom>
          <a:ln w="28575">
            <a:solidFill>
              <a:srgbClr val="3F3533"/>
            </a:solidFill>
            <a:round/>
          </a:ln>
        </p:spPr>
      </p:cxnSp>
      <p:cxnSp>
        <p:nvCxnSpPr>
          <p:cNvPr id="131" name="Google Shape;228;p30"/>
          <p:cNvCxnSpPr/>
          <p:nvPr/>
        </p:nvCxnSpPr>
        <p:spPr>
          <a:xfrm rot="10800000" flipV="1">
            <a:off x="7453800" y="4052880"/>
            <a:ext cx="1927800" cy="1162080"/>
          </a:xfrm>
          <a:prstGeom prst="curvedConnector2">
            <a:avLst/>
          </a:prstGeom>
          <a:ln w="28575">
            <a:solidFill>
              <a:srgbClr val="3F3533"/>
            </a:solidFill>
            <a:round/>
          </a:ln>
        </p:spPr>
      </p:cxnSp>
      <p:cxnSp>
        <p:nvCxnSpPr>
          <p:cNvPr id="132" name="Google Shape;229;p30"/>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33" name="Google Shape;26;p4"/>
          <p:cNvCxnSpPr/>
          <p:nvPr/>
        </p:nvCxnSpPr>
        <p:spPr>
          <a:xfrm>
            <a:off x="-72360" y="273960"/>
            <a:ext cx="9288000" cy="1080"/>
          </a:xfrm>
          <a:prstGeom prst="straightConnector1">
            <a:avLst/>
          </a:prstGeom>
          <a:ln w="28575">
            <a:solidFill>
              <a:srgbClr val="3F3533"/>
            </a:solidFill>
            <a:round/>
          </a:ln>
        </p:spPr>
      </p:cxnSp>
      <p:cxnSp>
        <p:nvCxnSpPr>
          <p:cNvPr id="134" name="Google Shape;27;p4"/>
          <p:cNvCxnSpPr/>
          <p:nvPr/>
        </p:nvCxnSpPr>
        <p:spPr>
          <a:xfrm>
            <a:off x="-72360" y="4877280"/>
            <a:ext cx="9288000" cy="1080"/>
          </a:xfrm>
          <a:prstGeom prst="straightConnector1">
            <a:avLst/>
          </a:prstGeom>
          <a:ln w="28575">
            <a:solidFill>
              <a:srgbClr val="3F3533"/>
            </a:solidFill>
            <a:round/>
          </a:ln>
        </p:spPr>
      </p:cxnSp>
      <p:cxnSp>
        <p:nvCxnSpPr>
          <p:cNvPr id="135" name="Google Shape;28;p4"/>
          <p:cNvCxnSpPr/>
          <p:nvPr/>
        </p:nvCxnSpPr>
        <p:spPr>
          <a:xfrm>
            <a:off x="6884640" y="-113400"/>
            <a:ext cx="2566800" cy="1306800"/>
          </a:xfrm>
          <a:prstGeom prst="curvedConnector3">
            <a:avLst>
              <a:gd name="adj1" fmla="val 25010"/>
            </a:avLst>
          </a:prstGeom>
          <a:ln w="28575">
            <a:solidFill>
              <a:srgbClr val="3F3533"/>
            </a:solidFill>
            <a:round/>
          </a:ln>
        </p:spPr>
      </p:cxnSp>
      <p:sp>
        <p:nvSpPr>
          <p:cNvPr id="13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137"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40" name="Google Shape;238;p31"/>
          <p:cNvCxnSpPr/>
          <p:nvPr/>
        </p:nvCxnSpPr>
        <p:spPr>
          <a:xfrm>
            <a:off x="-72360" y="273960"/>
            <a:ext cx="9288000" cy="1080"/>
          </a:xfrm>
          <a:prstGeom prst="straightConnector1">
            <a:avLst/>
          </a:prstGeom>
          <a:ln w="28575">
            <a:solidFill>
              <a:srgbClr val="3F3533"/>
            </a:solidFill>
            <a:round/>
          </a:ln>
        </p:spPr>
      </p:cxnSp>
      <p:cxnSp>
        <p:nvCxnSpPr>
          <p:cNvPr id="141" name="Google Shape;239;p31"/>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0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42" name="Google Shape;254;p32"/>
          <p:cNvCxnSpPr/>
          <p:nvPr/>
        </p:nvCxnSpPr>
        <p:spPr>
          <a:xfrm>
            <a:off x="-72360" y="273960"/>
            <a:ext cx="9288000" cy="1080"/>
          </a:xfrm>
          <a:prstGeom prst="straightConnector1">
            <a:avLst/>
          </a:prstGeom>
          <a:ln w="28575">
            <a:solidFill>
              <a:srgbClr val="3F3533"/>
            </a:solidFill>
            <a:round/>
          </a:ln>
        </p:spPr>
      </p:cxnSp>
      <p:cxnSp>
        <p:nvCxnSpPr>
          <p:cNvPr id="143" name="Google Shape;255;p32"/>
          <p:cNvCxnSpPr/>
          <p:nvPr/>
        </p:nvCxnSpPr>
        <p:spPr>
          <a:xfrm>
            <a:off x="-72360" y="4877280"/>
            <a:ext cx="9288000" cy="1080"/>
          </a:xfrm>
          <a:prstGeom prst="straightConnector1">
            <a:avLst/>
          </a:prstGeom>
          <a:ln w="28575">
            <a:solidFill>
              <a:srgbClr val="3F3533"/>
            </a:solidFill>
            <a:round/>
          </a:ln>
        </p:spPr>
      </p:cxnSp>
      <p:cxnSp>
        <p:nvCxnSpPr>
          <p:cNvPr id="144" name="Google Shape;256;p32"/>
          <p:cNvCxnSpPr/>
          <p:nvPr/>
        </p:nvCxnSpPr>
        <p:spPr>
          <a:xfrm>
            <a:off x="-250200" y="4076280"/>
            <a:ext cx="1927800" cy="1162080"/>
          </a:xfrm>
          <a:prstGeom prst="curvedConnector2">
            <a:avLst/>
          </a:prstGeom>
          <a:ln w="28575">
            <a:solidFill>
              <a:srgbClr val="3F3533"/>
            </a:solidFill>
            <a:round/>
          </a:ln>
        </p:spPr>
      </p:cxnSp>
      <p:cxnSp>
        <p:nvCxnSpPr>
          <p:cNvPr id="145" name="Google Shape;257;p32"/>
          <p:cNvCxnSpPr/>
          <p:nvPr/>
        </p:nvCxnSpPr>
        <p:spPr>
          <a:xfrm>
            <a:off x="7440840" y="-48240"/>
            <a:ext cx="192816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46" name="Google Shape;272;p33"/>
          <p:cNvCxnSpPr/>
          <p:nvPr/>
        </p:nvCxnSpPr>
        <p:spPr>
          <a:xfrm>
            <a:off x="-72360" y="273960"/>
            <a:ext cx="9288000" cy="1080"/>
          </a:xfrm>
          <a:prstGeom prst="straightConnector1">
            <a:avLst/>
          </a:prstGeom>
          <a:ln w="28575">
            <a:solidFill>
              <a:srgbClr val="3F3533"/>
            </a:solidFill>
            <a:round/>
          </a:ln>
        </p:spPr>
      </p:cxnSp>
      <p:cxnSp>
        <p:nvCxnSpPr>
          <p:cNvPr id="147" name="Google Shape;273;p33"/>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0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48" name="Google Shape;286;p34"/>
          <p:cNvCxnSpPr/>
          <p:nvPr/>
        </p:nvCxnSpPr>
        <p:spPr>
          <a:xfrm>
            <a:off x="-72360" y="273960"/>
            <a:ext cx="9288000" cy="1080"/>
          </a:xfrm>
          <a:prstGeom prst="straightConnector1">
            <a:avLst/>
          </a:prstGeom>
          <a:ln w="28575">
            <a:solidFill>
              <a:srgbClr val="3F3533"/>
            </a:solidFill>
            <a:round/>
          </a:ln>
        </p:spPr>
      </p:cxnSp>
      <p:cxnSp>
        <p:nvCxnSpPr>
          <p:cNvPr id="149" name="Google Shape;287;p34"/>
          <p:cNvCxnSpPr/>
          <p:nvPr/>
        </p:nvCxnSpPr>
        <p:spPr>
          <a:xfrm>
            <a:off x="-72360" y="4877280"/>
            <a:ext cx="9288000" cy="1080"/>
          </a:xfrm>
          <a:prstGeom prst="straightConnector1">
            <a:avLst/>
          </a:prstGeom>
          <a:ln w="28575">
            <a:solidFill>
              <a:srgbClr val="3F3533"/>
            </a:solidFill>
            <a:round/>
          </a:ln>
        </p:spPr>
      </p:cxnSp>
      <p:cxnSp>
        <p:nvCxnSpPr>
          <p:cNvPr id="150" name="Google Shape;288;p34"/>
          <p:cNvCxnSpPr/>
          <p:nvPr/>
        </p:nvCxnSpPr>
        <p:spPr>
          <a:xfrm>
            <a:off x="7440840" y="-48240"/>
            <a:ext cx="1928160" cy="1161720"/>
          </a:xfrm>
          <a:prstGeom prst="curvedConnector2">
            <a:avLst/>
          </a:prstGeom>
          <a:ln w="28575">
            <a:solidFill>
              <a:srgbClr val="3F3533"/>
            </a:solidFill>
            <a:round/>
          </a:ln>
        </p:spPr>
      </p:cxnSp>
      <p:cxnSp>
        <p:nvCxnSpPr>
          <p:cNvPr id="151" name="Google Shape;289;p34"/>
          <p:cNvCxnSpPr/>
          <p:nvPr/>
        </p:nvCxnSpPr>
        <p:spPr>
          <a:xfrm rot="10800000" flipV="1">
            <a:off x="7453800" y="4052880"/>
            <a:ext cx="1927800" cy="116208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1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52" name="Google Shape;292;p35"/>
          <p:cNvCxnSpPr/>
          <p:nvPr/>
        </p:nvCxnSpPr>
        <p:spPr>
          <a:xfrm>
            <a:off x="-72360" y="273960"/>
            <a:ext cx="9288000" cy="1080"/>
          </a:xfrm>
          <a:prstGeom prst="straightConnector1">
            <a:avLst/>
          </a:prstGeom>
          <a:ln w="28575">
            <a:solidFill>
              <a:srgbClr val="3F3533"/>
            </a:solidFill>
            <a:round/>
          </a:ln>
        </p:spPr>
      </p:cxnSp>
      <p:cxnSp>
        <p:nvCxnSpPr>
          <p:cNvPr id="153" name="Google Shape;293;p35"/>
          <p:cNvCxnSpPr/>
          <p:nvPr/>
        </p:nvCxnSpPr>
        <p:spPr>
          <a:xfrm>
            <a:off x="-72360" y="4877280"/>
            <a:ext cx="9288000" cy="1080"/>
          </a:xfrm>
          <a:prstGeom prst="straightConnector1">
            <a:avLst/>
          </a:prstGeom>
          <a:ln w="28575">
            <a:solidFill>
              <a:srgbClr val="3F3533"/>
            </a:solidFill>
            <a:round/>
          </a:ln>
        </p:spPr>
      </p:cxnSp>
      <p:cxnSp>
        <p:nvCxnSpPr>
          <p:cNvPr id="154" name="Google Shape;294;p35"/>
          <p:cNvCxnSpPr/>
          <p:nvPr/>
        </p:nvCxnSpPr>
        <p:spPr>
          <a:xfrm>
            <a:off x="-250200" y="4076280"/>
            <a:ext cx="1927800" cy="1162080"/>
          </a:xfrm>
          <a:prstGeom prst="curvedConnector2">
            <a:avLst/>
          </a:prstGeom>
          <a:ln w="28575">
            <a:solidFill>
              <a:srgbClr val="3F3533"/>
            </a:solidFill>
            <a:round/>
          </a:ln>
        </p:spPr>
      </p:cxnSp>
      <p:cxnSp>
        <p:nvCxnSpPr>
          <p:cNvPr id="155" name="Google Shape;295;p35"/>
          <p:cNvCxnSpPr/>
          <p:nvPr/>
        </p:nvCxnSpPr>
        <p:spPr>
          <a:xfrm>
            <a:off x="7440840" y="-48240"/>
            <a:ext cx="1928160" cy="1161720"/>
          </a:xfrm>
          <a:prstGeom prst="curvedConnector2">
            <a:avLst/>
          </a:prstGeom>
          <a:ln w="28575">
            <a:solidFill>
              <a:srgbClr val="3F3533"/>
            </a:solidFill>
            <a:round/>
          </a:ln>
        </p:spPr>
      </p:cxnSp>
      <p:cxnSp>
        <p:nvCxnSpPr>
          <p:cNvPr id="156" name="Google Shape;296;p35"/>
          <p:cNvCxnSpPr/>
          <p:nvPr/>
        </p:nvCxnSpPr>
        <p:spPr>
          <a:xfrm rot="10800000" flipV="1">
            <a:off x="7453800" y="4052880"/>
            <a:ext cx="1927800" cy="1162080"/>
          </a:xfrm>
          <a:prstGeom prst="curvedConnector2">
            <a:avLst/>
          </a:prstGeom>
          <a:ln w="28575">
            <a:solidFill>
              <a:srgbClr val="3F3533"/>
            </a:solidFill>
            <a:round/>
          </a:ln>
        </p:spPr>
      </p:cxnSp>
      <p:cxnSp>
        <p:nvCxnSpPr>
          <p:cNvPr id="157" name="Google Shape;297;p35"/>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58" name="Google Shape;308;p36"/>
          <p:cNvCxnSpPr/>
          <p:nvPr/>
        </p:nvCxnSpPr>
        <p:spPr>
          <a:xfrm>
            <a:off x="-72360" y="273960"/>
            <a:ext cx="9288000" cy="1080"/>
          </a:xfrm>
          <a:prstGeom prst="straightConnector1">
            <a:avLst/>
          </a:prstGeom>
          <a:ln w="28575">
            <a:solidFill>
              <a:srgbClr val="3F3533"/>
            </a:solidFill>
            <a:round/>
          </a:ln>
        </p:spPr>
      </p:cxnSp>
      <p:cxnSp>
        <p:nvCxnSpPr>
          <p:cNvPr id="159" name="Google Shape;309;p36"/>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60" name="Google Shape;318;p37"/>
          <p:cNvCxnSpPr/>
          <p:nvPr/>
        </p:nvCxnSpPr>
        <p:spPr>
          <a:xfrm>
            <a:off x="-72360" y="273960"/>
            <a:ext cx="9288000" cy="1080"/>
          </a:xfrm>
          <a:prstGeom prst="straightConnector1">
            <a:avLst/>
          </a:prstGeom>
          <a:ln w="28575">
            <a:solidFill>
              <a:srgbClr val="3F3533"/>
            </a:solidFill>
            <a:round/>
          </a:ln>
        </p:spPr>
      </p:cxnSp>
      <p:cxnSp>
        <p:nvCxnSpPr>
          <p:cNvPr id="161" name="Google Shape;319;p37"/>
          <p:cNvCxnSpPr/>
          <p:nvPr/>
        </p:nvCxnSpPr>
        <p:spPr>
          <a:xfrm>
            <a:off x="-72360" y="4877280"/>
            <a:ext cx="9288000" cy="1080"/>
          </a:xfrm>
          <a:prstGeom prst="straightConnector1">
            <a:avLst/>
          </a:prstGeom>
          <a:ln w="28575">
            <a:solidFill>
              <a:srgbClr val="3F3533"/>
            </a:solidFill>
            <a:round/>
          </a:ln>
        </p:spPr>
      </p:cxnSp>
      <p:cxnSp>
        <p:nvCxnSpPr>
          <p:cNvPr id="162" name="Google Shape;320;p37"/>
          <p:cNvCxnSpPr/>
          <p:nvPr/>
        </p:nvCxnSpPr>
        <p:spPr>
          <a:xfrm>
            <a:off x="7434000" y="-125280"/>
            <a:ext cx="1994400" cy="13309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1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63" name="Google Shape;322;p38"/>
          <p:cNvCxnSpPr/>
          <p:nvPr/>
        </p:nvCxnSpPr>
        <p:spPr>
          <a:xfrm>
            <a:off x="-72360" y="273960"/>
            <a:ext cx="9288000" cy="1080"/>
          </a:xfrm>
          <a:prstGeom prst="straightConnector1">
            <a:avLst/>
          </a:prstGeom>
          <a:ln w="28575">
            <a:solidFill>
              <a:srgbClr val="3F3533"/>
            </a:solidFill>
            <a:round/>
          </a:ln>
        </p:spPr>
      </p:cxnSp>
      <p:cxnSp>
        <p:nvCxnSpPr>
          <p:cNvPr id="164" name="Google Shape;323;p38"/>
          <p:cNvCxnSpPr/>
          <p:nvPr/>
        </p:nvCxnSpPr>
        <p:spPr>
          <a:xfrm>
            <a:off x="-72360" y="4877280"/>
            <a:ext cx="9288000" cy="1080"/>
          </a:xfrm>
          <a:prstGeom prst="straightConnector1">
            <a:avLst/>
          </a:prstGeom>
          <a:ln w="28575">
            <a:solidFill>
              <a:srgbClr val="3F3533"/>
            </a:solidFill>
            <a:round/>
          </a:ln>
        </p:spPr>
      </p:cxnSp>
      <p:cxnSp>
        <p:nvCxnSpPr>
          <p:cNvPr id="165" name="Google Shape;324;p38"/>
          <p:cNvCxnSpPr/>
          <p:nvPr/>
        </p:nvCxnSpPr>
        <p:spPr>
          <a:xfrm>
            <a:off x="-250200" y="4076280"/>
            <a:ext cx="1927800" cy="1162080"/>
          </a:xfrm>
          <a:prstGeom prst="curvedConnector2">
            <a:avLst/>
          </a:prstGeom>
          <a:ln w="28575">
            <a:solidFill>
              <a:srgbClr val="3F3533"/>
            </a:solidFill>
            <a:round/>
          </a:ln>
        </p:spPr>
      </p:cxnSp>
      <p:cxnSp>
        <p:nvCxnSpPr>
          <p:cNvPr id="166" name="Google Shape;325;p38"/>
          <p:cNvCxnSpPr/>
          <p:nvPr/>
        </p:nvCxnSpPr>
        <p:spPr>
          <a:xfrm>
            <a:off x="7440840" y="-48240"/>
            <a:ext cx="1928160" cy="1161720"/>
          </a:xfrm>
          <a:prstGeom prst="curvedConnector2">
            <a:avLst/>
          </a:prstGeom>
          <a:ln w="28575">
            <a:solidFill>
              <a:srgbClr val="3F3533"/>
            </a:solidFill>
            <a:round/>
          </a:ln>
        </p:spPr>
      </p:cxnSp>
      <p:cxnSp>
        <p:nvCxnSpPr>
          <p:cNvPr id="167" name="Google Shape;326;p38"/>
          <p:cNvCxnSpPr/>
          <p:nvPr/>
        </p:nvCxnSpPr>
        <p:spPr>
          <a:xfrm rot="10800000" flipV="1">
            <a:off x="7453800" y="4052880"/>
            <a:ext cx="1927800" cy="1162080"/>
          </a:xfrm>
          <a:prstGeom prst="curvedConnector2">
            <a:avLst/>
          </a:prstGeom>
          <a:ln w="28575">
            <a:solidFill>
              <a:srgbClr val="3F3533"/>
            </a:solidFill>
            <a:round/>
          </a:ln>
        </p:spPr>
      </p:cxnSp>
      <p:cxnSp>
        <p:nvCxnSpPr>
          <p:cNvPr id="168" name="Google Shape;327;p38"/>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1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69" name="Google Shape;349;p39"/>
          <p:cNvCxnSpPr/>
          <p:nvPr/>
        </p:nvCxnSpPr>
        <p:spPr>
          <a:xfrm>
            <a:off x="-72360" y="273960"/>
            <a:ext cx="9288000" cy="1080"/>
          </a:xfrm>
          <a:prstGeom prst="straightConnector1">
            <a:avLst/>
          </a:prstGeom>
          <a:ln w="28575">
            <a:solidFill>
              <a:srgbClr val="3F3533"/>
            </a:solidFill>
            <a:round/>
          </a:ln>
        </p:spPr>
      </p:cxnSp>
      <p:cxnSp>
        <p:nvCxnSpPr>
          <p:cNvPr id="170" name="Google Shape;350;p39"/>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2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71" name="Google Shape;361;p40"/>
          <p:cNvCxnSpPr/>
          <p:nvPr/>
        </p:nvCxnSpPr>
        <p:spPr>
          <a:xfrm>
            <a:off x="-72360" y="273960"/>
            <a:ext cx="9288000" cy="1080"/>
          </a:xfrm>
          <a:prstGeom prst="straightConnector1">
            <a:avLst/>
          </a:prstGeom>
          <a:ln w="28575">
            <a:solidFill>
              <a:srgbClr val="3F3533"/>
            </a:solidFill>
            <a:round/>
          </a:ln>
        </p:spPr>
      </p:cxnSp>
      <p:cxnSp>
        <p:nvCxnSpPr>
          <p:cNvPr id="172" name="Google Shape;362;p40"/>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2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73" name="Google Shape;35;p5"/>
          <p:cNvCxnSpPr/>
          <p:nvPr/>
        </p:nvCxnSpPr>
        <p:spPr>
          <a:xfrm>
            <a:off x="-72360" y="273960"/>
            <a:ext cx="9288000" cy="1080"/>
          </a:xfrm>
          <a:prstGeom prst="straightConnector1">
            <a:avLst/>
          </a:prstGeom>
          <a:ln w="28575">
            <a:solidFill>
              <a:srgbClr val="3F3533"/>
            </a:solidFill>
            <a:round/>
          </a:ln>
        </p:spPr>
      </p:cxnSp>
      <p:cxnSp>
        <p:nvCxnSpPr>
          <p:cNvPr id="174" name="Google Shape;36;p5"/>
          <p:cNvCxnSpPr/>
          <p:nvPr/>
        </p:nvCxnSpPr>
        <p:spPr>
          <a:xfrm>
            <a:off x="-72360" y="4877280"/>
            <a:ext cx="9288000" cy="1080"/>
          </a:xfrm>
          <a:prstGeom prst="straightConnector1">
            <a:avLst/>
          </a:prstGeom>
          <a:ln w="28575">
            <a:solidFill>
              <a:srgbClr val="3F3533"/>
            </a:solidFill>
            <a:round/>
          </a:ln>
        </p:spPr>
      </p:cxnSp>
      <p:cxnSp>
        <p:nvCxnSpPr>
          <p:cNvPr id="175" name="Google Shape;37;p5"/>
          <p:cNvCxnSpPr/>
          <p:nvPr/>
        </p:nvCxnSpPr>
        <p:spPr>
          <a:xfrm rot="10800000" flipV="1">
            <a:off x="6935040" y="3930840"/>
            <a:ext cx="2550600" cy="1355400"/>
          </a:xfrm>
          <a:prstGeom prst="curvedConnector2">
            <a:avLst/>
          </a:prstGeom>
          <a:ln w="28575">
            <a:solidFill>
              <a:srgbClr val="3F3533"/>
            </a:solidFill>
            <a:round/>
          </a:ln>
        </p:spPr>
      </p:cxnSp>
      <p:sp>
        <p:nvSpPr>
          <p:cNvPr id="17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177"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fontScale="87222"/>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178"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fontScale="87222"/>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2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82" name="Google Shape;364;p41"/>
          <p:cNvCxnSpPr/>
          <p:nvPr/>
        </p:nvCxnSpPr>
        <p:spPr>
          <a:xfrm>
            <a:off x="-72360" y="273960"/>
            <a:ext cx="9288000" cy="1080"/>
          </a:xfrm>
          <a:prstGeom prst="straightConnector1">
            <a:avLst/>
          </a:prstGeom>
          <a:ln w="28575">
            <a:solidFill>
              <a:srgbClr val="3F3533"/>
            </a:solidFill>
            <a:round/>
          </a:ln>
        </p:spPr>
      </p:cxnSp>
      <p:cxnSp>
        <p:nvCxnSpPr>
          <p:cNvPr id="183" name="Google Shape;365;p41"/>
          <p:cNvCxnSpPr/>
          <p:nvPr/>
        </p:nvCxnSpPr>
        <p:spPr>
          <a:xfrm>
            <a:off x="-72360" y="4877280"/>
            <a:ext cx="9288000" cy="1080"/>
          </a:xfrm>
          <a:prstGeom prst="straightConnector1">
            <a:avLst/>
          </a:prstGeom>
          <a:ln w="28575">
            <a:solidFill>
              <a:srgbClr val="3F3533"/>
            </a:solidFill>
            <a:round/>
          </a:ln>
        </p:spPr>
      </p:cxnSp>
      <p:cxnSp>
        <p:nvCxnSpPr>
          <p:cNvPr id="184" name="Google Shape;366;p41"/>
          <p:cNvCxnSpPr/>
          <p:nvPr/>
        </p:nvCxnSpPr>
        <p:spPr>
          <a:xfrm>
            <a:off x="-250200" y="4076280"/>
            <a:ext cx="1927800" cy="1162080"/>
          </a:xfrm>
          <a:prstGeom prst="curvedConnector2">
            <a:avLst/>
          </a:prstGeom>
          <a:ln w="28575">
            <a:solidFill>
              <a:srgbClr val="3F3533"/>
            </a:solidFill>
            <a:round/>
          </a:ln>
        </p:spPr>
      </p:cxnSp>
      <p:cxnSp>
        <p:nvCxnSpPr>
          <p:cNvPr id="185" name="Google Shape;367;p41"/>
          <p:cNvCxnSpPr/>
          <p:nvPr/>
        </p:nvCxnSpPr>
        <p:spPr>
          <a:xfrm>
            <a:off x="7440840" y="-48240"/>
            <a:ext cx="1928160" cy="1161720"/>
          </a:xfrm>
          <a:prstGeom prst="curvedConnector2">
            <a:avLst/>
          </a:prstGeom>
          <a:ln w="28575">
            <a:solidFill>
              <a:srgbClr val="3F3533"/>
            </a:solidFill>
            <a:round/>
          </a:ln>
        </p:spPr>
      </p:cxnSp>
      <p:cxnSp>
        <p:nvCxnSpPr>
          <p:cNvPr id="186" name="Google Shape;368;p41"/>
          <p:cNvCxnSpPr/>
          <p:nvPr/>
        </p:nvCxnSpPr>
        <p:spPr>
          <a:xfrm rot="10800000" flipV="1">
            <a:off x="7453800" y="4052880"/>
            <a:ext cx="1927800" cy="1162080"/>
          </a:xfrm>
          <a:prstGeom prst="curvedConnector2">
            <a:avLst/>
          </a:prstGeom>
          <a:ln w="28575">
            <a:solidFill>
              <a:srgbClr val="3F3533"/>
            </a:solidFill>
            <a:round/>
          </a:ln>
        </p:spPr>
      </p:cxnSp>
      <p:cxnSp>
        <p:nvCxnSpPr>
          <p:cNvPr id="187" name="Google Shape;369;p41"/>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2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88" name="Google Shape;384;p42"/>
          <p:cNvCxnSpPr/>
          <p:nvPr/>
        </p:nvCxnSpPr>
        <p:spPr>
          <a:xfrm>
            <a:off x="-72360" y="273960"/>
            <a:ext cx="9288000" cy="1080"/>
          </a:xfrm>
          <a:prstGeom prst="straightConnector1">
            <a:avLst/>
          </a:prstGeom>
          <a:ln w="28575">
            <a:solidFill>
              <a:srgbClr val="3F3533"/>
            </a:solidFill>
            <a:round/>
          </a:ln>
        </p:spPr>
      </p:cxnSp>
      <p:cxnSp>
        <p:nvCxnSpPr>
          <p:cNvPr id="189" name="Google Shape;385;p42"/>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90" name="Google Shape;393;p43"/>
          <p:cNvCxnSpPr/>
          <p:nvPr/>
        </p:nvCxnSpPr>
        <p:spPr>
          <a:xfrm>
            <a:off x="-72360" y="273960"/>
            <a:ext cx="9288000" cy="1080"/>
          </a:xfrm>
          <a:prstGeom prst="straightConnector1">
            <a:avLst/>
          </a:prstGeom>
          <a:ln w="28575">
            <a:solidFill>
              <a:srgbClr val="3F3533"/>
            </a:solidFill>
            <a:round/>
          </a:ln>
        </p:spPr>
      </p:cxnSp>
      <p:cxnSp>
        <p:nvCxnSpPr>
          <p:cNvPr id="191" name="Google Shape;394;p43"/>
          <p:cNvCxnSpPr/>
          <p:nvPr/>
        </p:nvCxnSpPr>
        <p:spPr>
          <a:xfrm>
            <a:off x="-72360" y="4877280"/>
            <a:ext cx="9288000" cy="1080"/>
          </a:xfrm>
          <a:prstGeom prst="straightConnector1">
            <a:avLst/>
          </a:prstGeom>
          <a:ln w="28575">
            <a:solidFill>
              <a:srgbClr val="3F3533"/>
            </a:solidFill>
            <a:round/>
          </a:ln>
        </p:spPr>
      </p:cxnSp>
      <p:cxnSp>
        <p:nvCxnSpPr>
          <p:cNvPr id="192" name="Google Shape;395;p43"/>
          <p:cNvCxnSpPr/>
          <p:nvPr/>
        </p:nvCxnSpPr>
        <p:spPr>
          <a:xfrm>
            <a:off x="-250200" y="4076280"/>
            <a:ext cx="1927800" cy="1162080"/>
          </a:xfrm>
          <a:prstGeom prst="curvedConnector2">
            <a:avLst/>
          </a:prstGeom>
          <a:ln w="28575">
            <a:solidFill>
              <a:srgbClr val="3F3533"/>
            </a:solidFill>
            <a:round/>
          </a:ln>
        </p:spPr>
      </p:cxnSp>
      <p:cxnSp>
        <p:nvCxnSpPr>
          <p:cNvPr id="193" name="Google Shape;396;p43"/>
          <p:cNvCxnSpPr/>
          <p:nvPr/>
        </p:nvCxnSpPr>
        <p:spPr>
          <a:xfrm>
            <a:off x="7440840" y="-48240"/>
            <a:ext cx="1928160" cy="1161720"/>
          </a:xfrm>
          <a:prstGeom prst="curvedConnector2">
            <a:avLst/>
          </a:prstGeom>
          <a:ln w="28575">
            <a:solidFill>
              <a:srgbClr val="3F3533"/>
            </a:solidFill>
            <a:round/>
          </a:ln>
        </p:spPr>
      </p:cxnSp>
      <p:cxnSp>
        <p:nvCxnSpPr>
          <p:cNvPr id="194" name="Google Shape;397;p43"/>
          <p:cNvCxnSpPr/>
          <p:nvPr/>
        </p:nvCxnSpPr>
        <p:spPr>
          <a:xfrm rot="10800000" flipV="1">
            <a:off x="7453800" y="4052880"/>
            <a:ext cx="1927800" cy="116208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3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95" name="Google Shape;404;p44"/>
          <p:cNvCxnSpPr/>
          <p:nvPr/>
        </p:nvCxnSpPr>
        <p:spPr>
          <a:xfrm>
            <a:off x="-72360" y="273960"/>
            <a:ext cx="9288000" cy="1080"/>
          </a:xfrm>
          <a:prstGeom prst="straightConnector1">
            <a:avLst/>
          </a:prstGeom>
          <a:ln w="28575">
            <a:solidFill>
              <a:srgbClr val="3F3533"/>
            </a:solidFill>
            <a:round/>
          </a:ln>
        </p:spPr>
      </p:cxnSp>
      <p:cxnSp>
        <p:nvCxnSpPr>
          <p:cNvPr id="196" name="Google Shape;405;p44"/>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3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97" name="Google Shape;409;p45"/>
          <p:cNvCxnSpPr/>
          <p:nvPr/>
        </p:nvCxnSpPr>
        <p:spPr>
          <a:xfrm>
            <a:off x="-72360" y="273960"/>
            <a:ext cx="9288000" cy="1080"/>
          </a:xfrm>
          <a:prstGeom prst="straightConnector1">
            <a:avLst/>
          </a:prstGeom>
          <a:ln w="28575">
            <a:solidFill>
              <a:srgbClr val="3F3533"/>
            </a:solidFill>
            <a:round/>
          </a:ln>
        </p:spPr>
      </p:cxnSp>
      <p:cxnSp>
        <p:nvCxnSpPr>
          <p:cNvPr id="198" name="Google Shape;410;p45"/>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3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99" name="Google Shape;414;p46"/>
          <p:cNvCxnSpPr/>
          <p:nvPr/>
        </p:nvCxnSpPr>
        <p:spPr>
          <a:xfrm>
            <a:off x="-72360" y="273960"/>
            <a:ext cx="9288000" cy="1080"/>
          </a:xfrm>
          <a:prstGeom prst="straightConnector1">
            <a:avLst/>
          </a:prstGeom>
          <a:ln w="28575">
            <a:solidFill>
              <a:srgbClr val="3F3533"/>
            </a:solidFill>
            <a:round/>
          </a:ln>
        </p:spPr>
      </p:cxnSp>
      <p:cxnSp>
        <p:nvCxnSpPr>
          <p:cNvPr id="200" name="Google Shape;415;p46"/>
          <p:cNvCxnSpPr/>
          <p:nvPr/>
        </p:nvCxnSpPr>
        <p:spPr>
          <a:xfrm>
            <a:off x="-72360" y="4877280"/>
            <a:ext cx="9288000" cy="1080"/>
          </a:xfrm>
          <a:prstGeom prst="straightConnector1">
            <a:avLst/>
          </a:prstGeom>
          <a:ln w="28575">
            <a:solidFill>
              <a:srgbClr val="3F3533"/>
            </a:solidFill>
            <a:round/>
          </a:ln>
        </p:spPr>
      </p:cxnSp>
      <p:cxnSp>
        <p:nvCxnSpPr>
          <p:cNvPr id="201" name="Google Shape;416;p46"/>
          <p:cNvCxnSpPr/>
          <p:nvPr/>
        </p:nvCxnSpPr>
        <p:spPr>
          <a:xfrm rot="10800000" flipV="1">
            <a:off x="6771240" y="3663000"/>
            <a:ext cx="2824560" cy="163404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3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02" name="Google Shape;418;p47"/>
          <p:cNvCxnSpPr/>
          <p:nvPr/>
        </p:nvCxnSpPr>
        <p:spPr>
          <a:xfrm>
            <a:off x="-72360" y="273960"/>
            <a:ext cx="9288000" cy="1080"/>
          </a:xfrm>
          <a:prstGeom prst="straightConnector1">
            <a:avLst/>
          </a:prstGeom>
          <a:ln w="28575">
            <a:solidFill>
              <a:srgbClr val="3F3533"/>
            </a:solidFill>
            <a:round/>
          </a:ln>
        </p:spPr>
      </p:cxnSp>
      <p:cxnSp>
        <p:nvCxnSpPr>
          <p:cNvPr id="203" name="Google Shape;419;p47"/>
          <p:cNvCxnSpPr/>
          <p:nvPr/>
        </p:nvCxnSpPr>
        <p:spPr>
          <a:xfrm>
            <a:off x="-72360" y="4877280"/>
            <a:ext cx="9288000" cy="1080"/>
          </a:xfrm>
          <a:prstGeom prst="straightConnector1">
            <a:avLst/>
          </a:prstGeom>
          <a:ln w="28575">
            <a:solidFill>
              <a:srgbClr val="3F3533"/>
            </a:solidFill>
            <a:round/>
          </a:ln>
        </p:spPr>
      </p:cxnSp>
      <p:cxnSp>
        <p:nvCxnSpPr>
          <p:cNvPr id="204" name="Google Shape;420;p47"/>
          <p:cNvCxnSpPr/>
          <p:nvPr/>
        </p:nvCxnSpPr>
        <p:spPr>
          <a:xfrm>
            <a:off x="-250200" y="4076280"/>
            <a:ext cx="1927800" cy="1162080"/>
          </a:xfrm>
          <a:prstGeom prst="curvedConnector2">
            <a:avLst/>
          </a:prstGeom>
          <a:ln w="28575">
            <a:solidFill>
              <a:srgbClr val="3F3533"/>
            </a:solidFill>
            <a:round/>
          </a:ln>
        </p:spPr>
      </p:cxnSp>
      <p:cxnSp>
        <p:nvCxnSpPr>
          <p:cNvPr id="205" name="Google Shape;421;p47"/>
          <p:cNvCxnSpPr/>
          <p:nvPr/>
        </p:nvCxnSpPr>
        <p:spPr>
          <a:xfrm>
            <a:off x="7440840" y="-48240"/>
            <a:ext cx="1928160" cy="1161720"/>
          </a:xfrm>
          <a:prstGeom prst="curvedConnector2">
            <a:avLst/>
          </a:prstGeom>
          <a:ln w="28575">
            <a:solidFill>
              <a:srgbClr val="3F3533"/>
            </a:solidFill>
            <a:round/>
          </a:ln>
        </p:spPr>
      </p:cxnSp>
      <p:cxnSp>
        <p:nvCxnSpPr>
          <p:cNvPr id="206" name="Google Shape;422;p47"/>
          <p:cNvCxnSpPr/>
          <p:nvPr/>
        </p:nvCxnSpPr>
        <p:spPr>
          <a:xfrm rot="10800000" flipV="1">
            <a:off x="7453800" y="4052880"/>
            <a:ext cx="1927800" cy="1162080"/>
          </a:xfrm>
          <a:prstGeom prst="curvedConnector2">
            <a:avLst/>
          </a:prstGeom>
          <a:ln w="28575">
            <a:solidFill>
              <a:srgbClr val="3F3533"/>
            </a:solidFill>
            <a:round/>
          </a:ln>
        </p:spPr>
      </p:cxnSp>
      <p:cxnSp>
        <p:nvCxnSpPr>
          <p:cNvPr id="207" name="Google Shape;423;p47"/>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3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08" name="Google Shape;433;p48"/>
          <p:cNvCxnSpPr/>
          <p:nvPr/>
        </p:nvCxnSpPr>
        <p:spPr>
          <a:xfrm>
            <a:off x="-72360" y="273960"/>
            <a:ext cx="9288000" cy="1080"/>
          </a:xfrm>
          <a:prstGeom prst="straightConnector1">
            <a:avLst/>
          </a:prstGeom>
          <a:ln w="28575">
            <a:solidFill>
              <a:srgbClr val="3F3533"/>
            </a:solidFill>
            <a:round/>
          </a:ln>
        </p:spPr>
      </p:cxnSp>
      <p:cxnSp>
        <p:nvCxnSpPr>
          <p:cNvPr id="209" name="Google Shape;434;p48"/>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4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10" name="Google Shape;443;p49"/>
          <p:cNvCxnSpPr/>
          <p:nvPr/>
        </p:nvCxnSpPr>
        <p:spPr>
          <a:xfrm>
            <a:off x="-72360" y="273960"/>
            <a:ext cx="9288000" cy="1080"/>
          </a:xfrm>
          <a:prstGeom prst="straightConnector1">
            <a:avLst/>
          </a:prstGeom>
          <a:ln w="28575">
            <a:solidFill>
              <a:srgbClr val="3F3533"/>
            </a:solidFill>
            <a:round/>
          </a:ln>
        </p:spPr>
      </p:cxnSp>
      <p:cxnSp>
        <p:nvCxnSpPr>
          <p:cNvPr id="211" name="Google Shape;444;p49"/>
          <p:cNvCxnSpPr/>
          <p:nvPr/>
        </p:nvCxnSpPr>
        <p:spPr>
          <a:xfrm>
            <a:off x="-72360" y="4877280"/>
            <a:ext cx="9288000" cy="1080"/>
          </a:xfrm>
          <a:prstGeom prst="straightConnector1">
            <a:avLst/>
          </a:prstGeom>
          <a:ln w="28575">
            <a:solidFill>
              <a:srgbClr val="3F3533"/>
            </a:solidFill>
            <a:round/>
          </a:ln>
        </p:spPr>
      </p:cxnSp>
      <p:cxnSp>
        <p:nvCxnSpPr>
          <p:cNvPr id="212" name="Google Shape;445;p49"/>
          <p:cNvCxnSpPr/>
          <p:nvPr/>
        </p:nvCxnSpPr>
        <p:spPr>
          <a:xfrm>
            <a:off x="-250200" y="4076280"/>
            <a:ext cx="1927800" cy="1162080"/>
          </a:xfrm>
          <a:prstGeom prst="curvedConnector2">
            <a:avLst/>
          </a:prstGeom>
          <a:ln w="28575">
            <a:solidFill>
              <a:srgbClr val="3F3533"/>
            </a:solidFill>
            <a:round/>
          </a:ln>
        </p:spPr>
      </p:cxnSp>
      <p:cxnSp>
        <p:nvCxnSpPr>
          <p:cNvPr id="213" name="Google Shape;446;p49"/>
          <p:cNvCxnSpPr/>
          <p:nvPr/>
        </p:nvCxnSpPr>
        <p:spPr>
          <a:xfrm>
            <a:off x="7440840" y="-48240"/>
            <a:ext cx="192816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4" name="Google Shape;450;p50"/>
          <p:cNvSpPr/>
          <p:nvPr/>
        </p:nvSpPr>
        <p:spPr>
          <a:xfrm>
            <a:off x="2900520" y="3438360"/>
            <a:ext cx="3342240" cy="71568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gn="ctr">
              <a:lnSpc>
                <a:spcPct val="100000"/>
              </a:lnSpc>
              <a:tabLst>
                <a:tab pos="0" algn="l"/>
              </a:tabLst>
            </a:pPr>
            <a:r>
              <a:rPr lang="en" sz="1100" b="1" strike="noStrike" spc="-1">
                <a:solidFill>
                  <a:schemeClr val="dk2"/>
                </a:solidFill>
                <a:latin typeface="Montserrat"/>
                <a:ea typeface="Montserrat"/>
              </a:rPr>
              <a:t>CREDITS</a:t>
            </a:r>
            <a:r>
              <a:rPr lang="en" sz="1100" b="0" strike="noStrike" spc="-1">
                <a:solidFill>
                  <a:schemeClr val="dk2"/>
                </a:solidFill>
                <a:latin typeface="Montserrat"/>
                <a:ea typeface="Montserrat"/>
              </a:rPr>
              <a:t>: This presentation template was created by </a:t>
            </a:r>
            <a:r>
              <a:rPr lang="en" sz="1100" b="1" u="sng" strike="noStrike" spc="-1">
                <a:solidFill>
                  <a:schemeClr val="dk2"/>
                </a:solidFill>
                <a:uFillTx/>
                <a:latin typeface="Montserrat"/>
                <a:ea typeface="Montserrat"/>
                <a:hlinkClick r:id="rId3"/>
              </a:rPr>
              <a:t>Slidesgo</a:t>
            </a:r>
            <a:r>
              <a:rPr lang="en" sz="1100" b="0" strike="noStrike" spc="-1">
                <a:solidFill>
                  <a:schemeClr val="dk2"/>
                </a:solidFill>
                <a:latin typeface="Montserrat"/>
                <a:ea typeface="Montserrat"/>
              </a:rPr>
              <a:t>, including icons by </a:t>
            </a:r>
            <a:r>
              <a:rPr lang="en" sz="1100" b="1" u="sng" strike="noStrike" spc="-1">
                <a:solidFill>
                  <a:schemeClr val="dk2"/>
                </a:solidFill>
                <a:uFillTx/>
                <a:latin typeface="Montserrat"/>
                <a:ea typeface="Montserrat"/>
                <a:hlinkClick r:id="rId4"/>
              </a:rPr>
              <a:t>Flaticon</a:t>
            </a:r>
            <a:r>
              <a:rPr lang="en" sz="1100" b="0" strike="noStrike" spc="-1">
                <a:solidFill>
                  <a:schemeClr val="dk2"/>
                </a:solidFill>
                <a:latin typeface="Montserrat"/>
                <a:ea typeface="Montserrat"/>
              </a:rPr>
              <a:t>, infographics &amp; images by </a:t>
            </a:r>
            <a:r>
              <a:rPr lang="en" sz="1100" b="1" u="sng" strike="noStrike" spc="-1">
                <a:solidFill>
                  <a:schemeClr val="dk2"/>
                </a:solidFill>
                <a:uFillTx/>
                <a:latin typeface="Montserrat"/>
                <a:ea typeface="Montserrat"/>
                <a:hlinkClick r:id="rId5"/>
              </a:rPr>
              <a:t>Freepik</a:t>
            </a:r>
            <a:endParaRPr lang="en-IN" sz="1100" b="0" strike="noStrike" spc="-1">
              <a:solidFill>
                <a:srgbClr val="000000"/>
              </a:solidFill>
              <a:latin typeface="Arial"/>
            </a:endParaRPr>
          </a:p>
        </p:txBody>
      </p:sp>
      <p:cxnSp>
        <p:nvCxnSpPr>
          <p:cNvPr id="215" name="Google Shape;451;p50"/>
          <p:cNvCxnSpPr/>
          <p:nvPr/>
        </p:nvCxnSpPr>
        <p:spPr>
          <a:xfrm>
            <a:off x="-72360" y="4877280"/>
            <a:ext cx="9288000" cy="1080"/>
          </a:xfrm>
          <a:prstGeom prst="straightConnector1">
            <a:avLst/>
          </a:prstGeom>
          <a:ln w="28575">
            <a:solidFill>
              <a:srgbClr val="3F3533"/>
            </a:solidFill>
            <a:round/>
          </a:ln>
        </p:spPr>
      </p:cxnSp>
      <p:cxnSp>
        <p:nvCxnSpPr>
          <p:cNvPr id="216" name="Google Shape;452;p50"/>
          <p:cNvCxnSpPr/>
          <p:nvPr/>
        </p:nvCxnSpPr>
        <p:spPr>
          <a:xfrm>
            <a:off x="-257760" y="3935160"/>
            <a:ext cx="3048120" cy="1347480"/>
          </a:xfrm>
          <a:prstGeom prst="curvedConnector2">
            <a:avLst/>
          </a:prstGeom>
          <a:ln w="28575">
            <a:solidFill>
              <a:srgbClr val="3F3533"/>
            </a:solidFill>
            <a:round/>
          </a:ln>
        </p:spPr>
      </p:cxnSp>
      <p:cxnSp>
        <p:nvCxnSpPr>
          <p:cNvPr id="217" name="Google Shape;453;p50"/>
          <p:cNvCxnSpPr/>
          <p:nvPr/>
        </p:nvCxnSpPr>
        <p:spPr>
          <a:xfrm>
            <a:off x="-72360" y="273960"/>
            <a:ext cx="9288000" cy="1080"/>
          </a:xfrm>
          <a:prstGeom prst="straightConnector1">
            <a:avLst/>
          </a:prstGeom>
          <a:ln w="28575">
            <a:solidFill>
              <a:srgbClr val="3F3533"/>
            </a:solidFill>
            <a:round/>
          </a:ln>
        </p:spPr>
      </p:cxnSp>
      <p:cxnSp>
        <p:nvCxnSpPr>
          <p:cNvPr id="218" name="Google Shape;454;p50"/>
          <p:cNvCxnSpPr/>
          <p:nvPr/>
        </p:nvCxnSpPr>
        <p:spPr>
          <a:xfrm>
            <a:off x="6467400" y="-72360"/>
            <a:ext cx="3048480" cy="13471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4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19" name="Google Shape;40;p6"/>
          <p:cNvCxnSpPr/>
          <p:nvPr/>
        </p:nvCxnSpPr>
        <p:spPr>
          <a:xfrm>
            <a:off x="-72360" y="273960"/>
            <a:ext cx="9288000" cy="1080"/>
          </a:xfrm>
          <a:prstGeom prst="straightConnector1">
            <a:avLst/>
          </a:prstGeom>
          <a:ln w="28575">
            <a:solidFill>
              <a:srgbClr val="3F3533"/>
            </a:solidFill>
            <a:round/>
          </a:ln>
        </p:spPr>
      </p:cxnSp>
      <p:cxnSp>
        <p:nvCxnSpPr>
          <p:cNvPr id="220" name="Google Shape;41;p6"/>
          <p:cNvCxnSpPr/>
          <p:nvPr/>
        </p:nvCxnSpPr>
        <p:spPr>
          <a:xfrm>
            <a:off x="-72360" y="4877280"/>
            <a:ext cx="9288000" cy="1080"/>
          </a:xfrm>
          <a:prstGeom prst="straightConnector1">
            <a:avLst/>
          </a:prstGeom>
          <a:ln w="28575">
            <a:solidFill>
              <a:srgbClr val="3F3533"/>
            </a:solidFill>
            <a:round/>
          </a:ln>
        </p:spPr>
      </p:cxnSp>
      <p:sp>
        <p:nvSpPr>
          <p:cNvPr id="221"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4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23" name="Google Shape;456;p51"/>
          <p:cNvCxnSpPr/>
          <p:nvPr/>
        </p:nvCxnSpPr>
        <p:spPr>
          <a:xfrm>
            <a:off x="-72360" y="4877280"/>
            <a:ext cx="9288000" cy="1080"/>
          </a:xfrm>
          <a:prstGeom prst="straightConnector1">
            <a:avLst/>
          </a:prstGeom>
          <a:ln w="28575">
            <a:solidFill>
              <a:srgbClr val="3F3533"/>
            </a:solidFill>
            <a:round/>
          </a:ln>
        </p:spPr>
      </p:cxnSp>
      <p:cxnSp>
        <p:nvCxnSpPr>
          <p:cNvPr id="224" name="Google Shape;457;p51"/>
          <p:cNvCxnSpPr/>
          <p:nvPr/>
        </p:nvCxnSpPr>
        <p:spPr>
          <a:xfrm>
            <a:off x="-72360" y="27396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25" name="Google Shape;459;p52"/>
          <p:cNvCxnSpPr/>
          <p:nvPr/>
        </p:nvCxnSpPr>
        <p:spPr>
          <a:xfrm>
            <a:off x="-72360" y="4877280"/>
            <a:ext cx="9288000" cy="1080"/>
          </a:xfrm>
          <a:prstGeom prst="straightConnector1">
            <a:avLst/>
          </a:prstGeom>
          <a:ln w="28575">
            <a:solidFill>
              <a:srgbClr val="3F3533"/>
            </a:solidFill>
            <a:round/>
          </a:ln>
        </p:spPr>
      </p:cxnSp>
      <p:cxnSp>
        <p:nvCxnSpPr>
          <p:cNvPr id="226" name="Google Shape;460;p52"/>
          <p:cNvCxnSpPr/>
          <p:nvPr/>
        </p:nvCxnSpPr>
        <p:spPr>
          <a:xfrm>
            <a:off x="-72360" y="273960"/>
            <a:ext cx="9288000" cy="1080"/>
          </a:xfrm>
          <a:prstGeom prst="straightConnector1">
            <a:avLst/>
          </a:prstGeom>
          <a:ln w="28575">
            <a:solidFill>
              <a:srgbClr val="3F3533"/>
            </a:solidFill>
            <a:round/>
          </a:ln>
        </p:spPr>
      </p:cxnSp>
      <p:cxnSp>
        <p:nvCxnSpPr>
          <p:cNvPr id="227" name="Google Shape;461;p52"/>
          <p:cNvCxnSpPr/>
          <p:nvPr/>
        </p:nvCxnSpPr>
        <p:spPr>
          <a:xfrm>
            <a:off x="7434000" y="-125280"/>
            <a:ext cx="1994400" cy="1330920"/>
          </a:xfrm>
          <a:prstGeom prst="curvedConnector2">
            <a:avLst/>
          </a:prstGeom>
          <a:ln w="28575">
            <a:solidFill>
              <a:srgbClr val="3F3533"/>
            </a:solidFill>
            <a:round/>
          </a:ln>
        </p:spPr>
      </p:cxnSp>
      <p:cxnSp>
        <p:nvCxnSpPr>
          <p:cNvPr id="228" name="Google Shape;462;p52"/>
          <p:cNvCxnSpPr/>
          <p:nvPr/>
        </p:nvCxnSpPr>
        <p:spPr>
          <a:xfrm>
            <a:off x="-147240" y="3943440"/>
            <a:ext cx="1994040" cy="133128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29" name="Google Shape;464;p53"/>
          <p:cNvCxnSpPr/>
          <p:nvPr/>
        </p:nvCxnSpPr>
        <p:spPr>
          <a:xfrm>
            <a:off x="-72360" y="4877280"/>
            <a:ext cx="9288000" cy="1080"/>
          </a:xfrm>
          <a:prstGeom prst="straightConnector1">
            <a:avLst/>
          </a:prstGeom>
          <a:ln w="28575">
            <a:solidFill>
              <a:srgbClr val="3F3533"/>
            </a:solidFill>
            <a:round/>
          </a:ln>
        </p:spPr>
      </p:cxnSp>
      <p:cxnSp>
        <p:nvCxnSpPr>
          <p:cNvPr id="230" name="Google Shape;465;p53"/>
          <p:cNvCxnSpPr/>
          <p:nvPr/>
        </p:nvCxnSpPr>
        <p:spPr>
          <a:xfrm>
            <a:off x="-72360" y="273960"/>
            <a:ext cx="9288000" cy="1080"/>
          </a:xfrm>
          <a:prstGeom prst="straightConnector1">
            <a:avLst/>
          </a:prstGeom>
          <a:ln w="28575">
            <a:solidFill>
              <a:srgbClr val="3F3533"/>
            </a:solidFill>
            <a:round/>
          </a:ln>
        </p:spPr>
      </p:cxnSp>
      <p:cxnSp>
        <p:nvCxnSpPr>
          <p:cNvPr id="231" name="Google Shape;466;p53"/>
          <p:cNvCxnSpPr/>
          <p:nvPr/>
        </p:nvCxnSpPr>
        <p:spPr>
          <a:xfrm rot="10800000" flipV="1">
            <a:off x="6771240" y="3663000"/>
            <a:ext cx="2824560" cy="163404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32" name="Google Shape;468;p54"/>
          <p:cNvCxnSpPr/>
          <p:nvPr/>
        </p:nvCxnSpPr>
        <p:spPr>
          <a:xfrm>
            <a:off x="-72360" y="273960"/>
            <a:ext cx="9288000" cy="1080"/>
          </a:xfrm>
          <a:prstGeom prst="straightConnector1">
            <a:avLst/>
          </a:prstGeom>
          <a:ln w="28575">
            <a:solidFill>
              <a:srgbClr val="3F3533"/>
            </a:solidFill>
            <a:round/>
          </a:ln>
        </p:spPr>
      </p:cxnSp>
      <p:cxnSp>
        <p:nvCxnSpPr>
          <p:cNvPr id="233" name="Google Shape;469;p54"/>
          <p:cNvCxnSpPr/>
          <p:nvPr/>
        </p:nvCxnSpPr>
        <p:spPr>
          <a:xfrm>
            <a:off x="-72360" y="4877280"/>
            <a:ext cx="9288000" cy="1080"/>
          </a:xfrm>
          <a:prstGeom prst="straightConnector1">
            <a:avLst/>
          </a:prstGeom>
          <a:ln w="28575">
            <a:solidFill>
              <a:srgbClr val="3F3533"/>
            </a:solidFill>
            <a:round/>
          </a:ln>
        </p:spPr>
      </p:cxnSp>
      <p:cxnSp>
        <p:nvCxnSpPr>
          <p:cNvPr id="234" name="Google Shape;470;p54"/>
          <p:cNvCxnSpPr/>
          <p:nvPr/>
        </p:nvCxnSpPr>
        <p:spPr>
          <a:xfrm>
            <a:off x="-250200" y="4076280"/>
            <a:ext cx="1927800" cy="1162080"/>
          </a:xfrm>
          <a:prstGeom prst="curvedConnector2">
            <a:avLst/>
          </a:prstGeom>
          <a:ln w="28575">
            <a:solidFill>
              <a:srgbClr val="3F3533"/>
            </a:solidFill>
            <a:round/>
          </a:ln>
        </p:spPr>
      </p:cxnSp>
      <p:cxnSp>
        <p:nvCxnSpPr>
          <p:cNvPr id="235" name="Google Shape;471;p54"/>
          <p:cNvCxnSpPr/>
          <p:nvPr/>
        </p:nvCxnSpPr>
        <p:spPr>
          <a:xfrm>
            <a:off x="7440840" y="-48240"/>
            <a:ext cx="1928160" cy="1161720"/>
          </a:xfrm>
          <a:prstGeom prst="curvedConnector2">
            <a:avLst/>
          </a:prstGeom>
          <a:ln w="28575">
            <a:solidFill>
              <a:srgbClr val="3F3533"/>
            </a:solidFill>
            <a:round/>
          </a:ln>
        </p:spPr>
      </p:cxnSp>
      <p:cxnSp>
        <p:nvCxnSpPr>
          <p:cNvPr id="236" name="Google Shape;472;p54"/>
          <p:cNvCxnSpPr/>
          <p:nvPr/>
        </p:nvCxnSpPr>
        <p:spPr>
          <a:xfrm rot="10800000" flipV="1">
            <a:off x="7453800" y="4052880"/>
            <a:ext cx="1927800" cy="1162080"/>
          </a:xfrm>
          <a:prstGeom prst="curvedConnector2">
            <a:avLst/>
          </a:prstGeom>
          <a:ln w="28575">
            <a:solidFill>
              <a:srgbClr val="3F3533"/>
            </a:solidFill>
            <a:round/>
          </a:ln>
        </p:spPr>
      </p:cxnSp>
      <p:cxnSp>
        <p:nvCxnSpPr>
          <p:cNvPr id="237" name="Google Shape;473;p54"/>
          <p:cNvCxnSpPr/>
          <p:nvPr/>
        </p:nvCxnSpPr>
        <p:spPr>
          <a:xfrm rot="10800000" flipV="1">
            <a:off x="-237600" y="-71280"/>
            <a:ext cx="1927440" cy="11617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38" name="Google Shape;46;p7"/>
          <p:cNvCxnSpPr/>
          <p:nvPr/>
        </p:nvCxnSpPr>
        <p:spPr>
          <a:xfrm>
            <a:off x="-72360" y="273960"/>
            <a:ext cx="9288000" cy="1080"/>
          </a:xfrm>
          <a:prstGeom prst="straightConnector1">
            <a:avLst/>
          </a:prstGeom>
          <a:ln w="28575">
            <a:solidFill>
              <a:srgbClr val="3F3533"/>
            </a:solidFill>
            <a:round/>
          </a:ln>
        </p:spPr>
      </p:cxnSp>
      <p:cxnSp>
        <p:nvCxnSpPr>
          <p:cNvPr id="239" name="Google Shape;47;p7"/>
          <p:cNvCxnSpPr/>
          <p:nvPr/>
        </p:nvCxnSpPr>
        <p:spPr>
          <a:xfrm>
            <a:off x="-72360" y="4877280"/>
            <a:ext cx="9288000" cy="1080"/>
          </a:xfrm>
          <a:prstGeom prst="straightConnector1">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40" name="Google Shape;50;p8"/>
          <p:cNvCxnSpPr/>
          <p:nvPr/>
        </p:nvCxnSpPr>
        <p:spPr>
          <a:xfrm>
            <a:off x="-72360" y="273960"/>
            <a:ext cx="9288000" cy="1080"/>
          </a:xfrm>
          <a:prstGeom prst="straightConnector1">
            <a:avLst/>
          </a:prstGeom>
          <a:ln w="28575">
            <a:solidFill>
              <a:srgbClr val="3F3533"/>
            </a:solidFill>
            <a:round/>
          </a:ln>
        </p:spPr>
      </p:cxnSp>
      <p:cxnSp>
        <p:nvCxnSpPr>
          <p:cNvPr id="241" name="Google Shape;51;p8"/>
          <p:cNvCxnSpPr/>
          <p:nvPr/>
        </p:nvCxnSpPr>
        <p:spPr>
          <a:xfrm>
            <a:off x="-72360" y="4877280"/>
            <a:ext cx="9288000" cy="1080"/>
          </a:xfrm>
          <a:prstGeom prst="straightConnector1">
            <a:avLst/>
          </a:prstGeom>
          <a:ln w="28575">
            <a:solidFill>
              <a:srgbClr val="3F3533"/>
            </a:solidFill>
            <a:round/>
          </a:ln>
        </p:spPr>
      </p:cxnSp>
      <p:cxnSp>
        <p:nvCxnSpPr>
          <p:cNvPr id="242" name="Google Shape;52;p8"/>
          <p:cNvCxnSpPr/>
          <p:nvPr/>
        </p:nvCxnSpPr>
        <p:spPr>
          <a:xfrm rot="10800000" flipV="1">
            <a:off x="7092720" y="3934440"/>
            <a:ext cx="2333880" cy="1348200"/>
          </a:xfrm>
          <a:prstGeom prst="curvedConnector2">
            <a:avLst/>
          </a:prstGeom>
          <a:ln w="28575">
            <a:solidFill>
              <a:srgbClr val="3F3533"/>
            </a:solidFill>
            <a:round/>
          </a:ln>
        </p:spPr>
      </p:cxnSp>
      <p:cxnSp>
        <p:nvCxnSpPr>
          <p:cNvPr id="243" name="Google Shape;53;p8"/>
          <p:cNvCxnSpPr/>
          <p:nvPr/>
        </p:nvCxnSpPr>
        <p:spPr>
          <a:xfrm rot="10800000" flipV="1">
            <a:off x="-420840" y="-121680"/>
            <a:ext cx="2333520" cy="134748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44" name="Google Shape;57;p9"/>
          <p:cNvCxnSpPr/>
          <p:nvPr/>
        </p:nvCxnSpPr>
        <p:spPr>
          <a:xfrm>
            <a:off x="-72360" y="273960"/>
            <a:ext cx="9288000" cy="1080"/>
          </a:xfrm>
          <a:prstGeom prst="straightConnector1">
            <a:avLst/>
          </a:prstGeom>
          <a:ln w="28575">
            <a:solidFill>
              <a:srgbClr val="3F3533"/>
            </a:solidFill>
            <a:round/>
          </a:ln>
        </p:spPr>
      </p:cxnSp>
      <p:cxnSp>
        <p:nvCxnSpPr>
          <p:cNvPr id="245" name="Google Shape;58;p9"/>
          <p:cNvCxnSpPr/>
          <p:nvPr/>
        </p:nvCxnSpPr>
        <p:spPr>
          <a:xfrm>
            <a:off x="-72360" y="4877280"/>
            <a:ext cx="9288000" cy="1080"/>
          </a:xfrm>
          <a:prstGeom prst="straightConnector1">
            <a:avLst/>
          </a:prstGeom>
          <a:ln w="28575">
            <a:solidFill>
              <a:srgbClr val="3F3533"/>
            </a:solidFill>
            <a:round/>
          </a:ln>
        </p:spPr>
      </p:cxnSp>
      <p:cxnSp>
        <p:nvCxnSpPr>
          <p:cNvPr id="246" name="Google Shape;59;p9"/>
          <p:cNvCxnSpPr/>
          <p:nvPr/>
        </p:nvCxnSpPr>
        <p:spPr>
          <a:xfrm rot="10800000" flipV="1">
            <a:off x="5924520" y="2796480"/>
            <a:ext cx="3378960" cy="246816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47" name="Google Shape;62;p10"/>
          <p:cNvCxnSpPr/>
          <p:nvPr/>
        </p:nvCxnSpPr>
        <p:spPr>
          <a:xfrm>
            <a:off x="-72360" y="273960"/>
            <a:ext cx="9288000" cy="1080"/>
          </a:xfrm>
          <a:prstGeom prst="straightConnector1">
            <a:avLst/>
          </a:prstGeom>
          <a:ln w="28575">
            <a:solidFill>
              <a:srgbClr val="3F3533"/>
            </a:solidFill>
            <a:round/>
          </a:ln>
        </p:spPr>
      </p:cxnSp>
      <p:cxnSp>
        <p:nvCxnSpPr>
          <p:cNvPr id="248" name="Google Shape;63;p10"/>
          <p:cNvCxnSpPr/>
          <p:nvPr/>
        </p:nvCxnSpPr>
        <p:spPr>
          <a:xfrm>
            <a:off x="-72360" y="4877280"/>
            <a:ext cx="9288000" cy="1080"/>
          </a:xfrm>
          <a:prstGeom prst="straightConnector1">
            <a:avLst/>
          </a:prstGeom>
          <a:ln w="28575">
            <a:solidFill>
              <a:srgbClr val="3F3533"/>
            </a:solidFill>
            <a:round/>
          </a:ln>
        </p:spPr>
      </p:cxnSp>
      <p:cxnSp>
        <p:nvCxnSpPr>
          <p:cNvPr id="249" name="Google Shape;64;p10"/>
          <p:cNvCxnSpPr/>
          <p:nvPr/>
        </p:nvCxnSpPr>
        <p:spPr>
          <a:xfrm flipV="1">
            <a:off x="6144840" y="3103560"/>
            <a:ext cx="3119400" cy="2202120"/>
          </a:xfrm>
          <a:prstGeom prst="curvedConnector2">
            <a:avLst/>
          </a:prstGeom>
          <a:ln w="28575">
            <a:solidFill>
              <a:srgbClr val="3F3533"/>
            </a:solidFill>
            <a:round/>
          </a:ln>
        </p:spPr>
      </p:cxnSp>
    </p:spTree>
  </p:cSld>
  <p:clrMap bg1="lt1" tx1="dk1" bg2="lt2" tx2="dk2" accent1="accent1" accent2="accent2" accent3="accent3" accent4="accent4" accent5="accent5" accent6="accent6" hlink="hlink" folHlink="folHlink"/>
  <p:sldLayoutIdLst>
    <p:sldLayoutId id="21474837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p:nvPr/>
        </p:nvSpPr>
        <p:spPr>
          <a:xfrm>
            <a:off x="965520" y="-191160"/>
            <a:ext cx="7565760" cy="184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IN" sz="2600" b="1" strike="noStrike" spc="-1">
                <a:solidFill>
                  <a:srgbClr val="000000"/>
                </a:solidFill>
                <a:latin typeface="Arial"/>
              </a:rPr>
              <a:t>Linux Kernel Modification for Security and Lightweight Operating System</a:t>
            </a:r>
            <a:endParaRPr lang="en-IN" sz="2600" b="0" strike="noStrike" spc="-1">
              <a:solidFill>
                <a:srgbClr val="000000"/>
              </a:solidFill>
              <a:latin typeface="Arial"/>
            </a:endParaRPr>
          </a:p>
        </p:txBody>
      </p:sp>
      <p:sp>
        <p:nvSpPr>
          <p:cNvPr id="251" name="PlaceHolder 2"/>
          <p:cNvSpPr/>
          <p:nvPr/>
        </p:nvSpPr>
        <p:spPr>
          <a:xfrm>
            <a:off x="1069560" y="1527840"/>
            <a:ext cx="8228160" cy="16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432000">
              <a:lnSpc>
                <a:spcPct val="100000"/>
              </a:lnSpc>
              <a:spcBef>
                <a:spcPts val="1417"/>
              </a:spcBef>
              <a:tabLst>
                <a:tab pos="0" algn="l"/>
              </a:tabLst>
            </a:pPr>
            <a:r>
              <a:rPr lang="en-IN" sz="1400" b="1" strike="noStrike" spc="-1">
                <a:solidFill>
                  <a:srgbClr val="000000"/>
                </a:solidFill>
                <a:latin typeface="Arial"/>
              </a:rPr>
              <a:t>TEAM MEMBERS :</a:t>
            </a:r>
            <a:endParaRPr lang="en-IN" sz="1400" b="0" strike="noStrike" spc="-1">
              <a:solidFill>
                <a:srgbClr val="000000"/>
              </a:solidFill>
              <a:latin typeface="Arial"/>
            </a:endParaRPr>
          </a:p>
          <a:p>
            <a:pPr marL="864000">
              <a:lnSpc>
                <a:spcPct val="100000"/>
              </a:lnSpc>
              <a:spcBef>
                <a:spcPts val="1134"/>
              </a:spcBef>
              <a:tabLst>
                <a:tab pos="0" algn="l"/>
              </a:tabLst>
            </a:pPr>
            <a:r>
              <a:rPr lang="en-IN" sz="1400" b="0" strike="noStrike" spc="-1">
                <a:solidFill>
                  <a:srgbClr val="000000"/>
                </a:solidFill>
                <a:latin typeface="Arial"/>
              </a:rPr>
              <a:t>PARVESH PRABHU V</a:t>
            </a:r>
          </a:p>
          <a:p>
            <a:pPr marL="864000">
              <a:lnSpc>
                <a:spcPct val="100000"/>
              </a:lnSpc>
              <a:spcBef>
                <a:spcPts val="1134"/>
              </a:spcBef>
              <a:tabLst>
                <a:tab pos="0" algn="l"/>
              </a:tabLst>
            </a:pPr>
            <a:r>
              <a:rPr lang="en-IN" sz="1400" b="0" strike="noStrike" spc="-1">
                <a:solidFill>
                  <a:srgbClr val="000000"/>
                </a:solidFill>
                <a:latin typeface="Arial"/>
              </a:rPr>
              <a:t>PRASSANNA S</a:t>
            </a:r>
          </a:p>
          <a:p>
            <a:pPr marL="864000">
              <a:lnSpc>
                <a:spcPct val="100000"/>
              </a:lnSpc>
              <a:spcBef>
                <a:spcPts val="1134"/>
              </a:spcBef>
              <a:tabLst>
                <a:tab pos="0" algn="l"/>
              </a:tabLst>
            </a:pPr>
            <a:r>
              <a:rPr lang="en-IN" sz="1400" b="0" strike="noStrike" spc="-1">
                <a:solidFill>
                  <a:srgbClr val="000000"/>
                </a:solidFill>
                <a:latin typeface="Arial"/>
              </a:rPr>
              <a:t>THIVIYAN M</a:t>
            </a:r>
          </a:p>
          <a:p>
            <a:pPr marL="864000">
              <a:lnSpc>
                <a:spcPct val="100000"/>
              </a:lnSpc>
              <a:spcBef>
                <a:spcPts val="1134"/>
              </a:spcBef>
              <a:tabLst>
                <a:tab pos="0" algn="l"/>
              </a:tabLst>
            </a:pPr>
            <a:r>
              <a:rPr lang="en-IN" sz="1400" b="0" strike="noStrike" spc="-1">
                <a:solidFill>
                  <a:srgbClr val="000000"/>
                </a:solidFill>
                <a:latin typeface="Arial"/>
              </a:rPr>
              <a:t>PAVENTHAN T</a:t>
            </a:r>
          </a:p>
        </p:txBody>
      </p:sp>
      <p:sp>
        <p:nvSpPr>
          <p:cNvPr id="252" name="PlaceHolder 3"/>
          <p:cNvSpPr/>
          <p:nvPr/>
        </p:nvSpPr>
        <p:spPr>
          <a:xfrm>
            <a:off x="1069560" y="3384360"/>
            <a:ext cx="8228160" cy="142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432000">
              <a:lnSpc>
                <a:spcPct val="100000"/>
              </a:lnSpc>
              <a:spcBef>
                <a:spcPts val="1417"/>
              </a:spcBef>
              <a:tabLst>
                <a:tab pos="0" algn="l"/>
              </a:tabLst>
            </a:pPr>
            <a:r>
              <a:rPr lang="en-IN" sz="1400" b="1" strike="noStrike" spc="-1">
                <a:solidFill>
                  <a:srgbClr val="000000"/>
                </a:solidFill>
                <a:latin typeface="Arial"/>
              </a:rPr>
              <a:t>GUIDE :</a:t>
            </a:r>
            <a:endParaRPr lang="en-IN" sz="1400" b="0" strike="noStrike" spc="-1">
              <a:solidFill>
                <a:srgbClr val="000000"/>
              </a:solidFill>
              <a:latin typeface="Arial"/>
            </a:endParaRPr>
          </a:p>
          <a:p>
            <a:pPr marL="864000">
              <a:lnSpc>
                <a:spcPct val="100000"/>
              </a:lnSpc>
              <a:spcBef>
                <a:spcPts val="1134"/>
              </a:spcBef>
              <a:tabLst>
                <a:tab pos="0" algn="l"/>
              </a:tabLst>
            </a:pPr>
            <a:r>
              <a:rPr lang="en-IN" sz="1400" b="0" strike="noStrike" spc="-1">
                <a:solidFill>
                  <a:srgbClr val="000000"/>
                </a:solidFill>
                <a:latin typeface="Arial"/>
              </a:rPr>
              <a:t>S.S.ASHWIN KUMAR, AP/IT</a:t>
            </a:r>
          </a:p>
          <a:p>
            <a:pPr marL="864000">
              <a:lnSpc>
                <a:spcPct val="100000"/>
              </a:lnSpc>
              <a:spcBef>
                <a:spcPts val="1134"/>
              </a:spcBef>
              <a:tabLst>
                <a:tab pos="0" algn="l"/>
              </a:tabLst>
            </a:pPr>
            <a:r>
              <a:rPr lang="en-IN" sz="1400" b="0" strike="noStrike" spc="-1">
                <a:solidFill>
                  <a:srgbClr val="000000"/>
                </a:solidFill>
                <a:latin typeface="Arial"/>
              </a:rPr>
              <a:t>D.SUGANTHI, AP/IT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4"/>
          <p:cNvSpPr/>
          <p:nvPr/>
        </p:nvSpPr>
        <p:spPr>
          <a:xfrm>
            <a:off x="713160" y="46908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PROBLEM STATEMENT :</a:t>
            </a:r>
            <a:endParaRPr lang="en-IN" sz="2000" b="0" strike="noStrike" spc="-1">
              <a:solidFill>
                <a:srgbClr val="000000"/>
              </a:solidFill>
              <a:latin typeface="Arial"/>
            </a:endParaRPr>
          </a:p>
        </p:txBody>
      </p:sp>
      <p:sp>
        <p:nvSpPr>
          <p:cNvPr id="254" name="PlaceHolder 5"/>
          <p:cNvSpPr/>
          <p:nvPr/>
        </p:nvSpPr>
        <p:spPr>
          <a:xfrm>
            <a:off x="457200" y="1441800"/>
            <a:ext cx="8228160" cy="221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144000" defTabSz="609480">
              <a:lnSpc>
                <a:spcPct val="115000"/>
              </a:lnSpc>
              <a:spcBef>
                <a:spcPts val="1037"/>
              </a:spcBef>
              <a:spcAft>
                <a:spcPts val="283"/>
              </a:spcAft>
              <a:tabLst>
                <a:tab pos="0" algn="l"/>
              </a:tabLst>
            </a:pPr>
            <a:r>
              <a:rPr lang="en-US" sz="1400" b="0" strike="noStrike" spc="-1">
                <a:solidFill>
                  <a:srgbClr val="000000"/>
                </a:solidFill>
                <a:latin typeface="arial"/>
              </a:rPr>
              <a:t>	The default Linux kernel is designed for general-purpose systems, leading to </a:t>
            </a:r>
            <a:endParaRPr lang="en-IN" sz="1400" b="0" strike="noStrike" spc="-1">
              <a:solidFill>
                <a:srgbClr val="000000"/>
              </a:solidFill>
              <a:latin typeface="Arial"/>
            </a:endParaRPr>
          </a:p>
          <a:p>
            <a:pPr marL="144000" indent="-216000" defTabSz="609480">
              <a:lnSpc>
                <a:spcPct val="115000"/>
              </a:lnSpc>
              <a:spcBef>
                <a:spcPts val="1037"/>
              </a:spcBef>
              <a:spcAft>
                <a:spcPts val="283"/>
              </a:spcAft>
              <a:buClr>
                <a:srgbClr val="000000"/>
              </a:buClr>
              <a:buSzPct val="45000"/>
              <a:buFont typeface="Wingdings" charset="2"/>
              <a:buChar char=""/>
              <a:tabLst>
                <a:tab pos="0" algn="l"/>
              </a:tabLst>
            </a:pPr>
            <a:r>
              <a:rPr lang="en-US" sz="1400" b="0" strike="noStrike" spc="-1">
                <a:solidFill>
                  <a:srgbClr val="000000"/>
                </a:solidFill>
                <a:latin typeface="arial"/>
              </a:rPr>
              <a:t>Increased kernel size</a:t>
            </a:r>
            <a:endParaRPr lang="en-IN" sz="1400" b="0" strike="noStrike" spc="-1">
              <a:solidFill>
                <a:srgbClr val="000000"/>
              </a:solidFill>
              <a:latin typeface="Arial"/>
            </a:endParaRPr>
          </a:p>
          <a:p>
            <a:pPr marL="144000" indent="-216000" defTabSz="609480">
              <a:lnSpc>
                <a:spcPct val="115000"/>
              </a:lnSpc>
              <a:spcBef>
                <a:spcPts val="1037"/>
              </a:spcBef>
              <a:spcAft>
                <a:spcPts val="283"/>
              </a:spcAft>
              <a:buClr>
                <a:srgbClr val="000000"/>
              </a:buClr>
              <a:buSzPct val="45000"/>
              <a:buFont typeface="Wingdings" charset="2"/>
              <a:buChar char=""/>
              <a:tabLst>
                <a:tab pos="0" algn="l"/>
              </a:tabLst>
            </a:pPr>
            <a:r>
              <a:rPr lang="en-US" sz="1400" b="0" strike="noStrike" spc="-1">
                <a:solidFill>
                  <a:srgbClr val="000000"/>
                </a:solidFill>
                <a:latin typeface="arial"/>
              </a:rPr>
              <a:t>Unused subsystems</a:t>
            </a:r>
            <a:endParaRPr lang="en-IN" sz="1400" b="0" strike="noStrike" spc="-1">
              <a:solidFill>
                <a:srgbClr val="000000"/>
              </a:solidFill>
              <a:latin typeface="Arial"/>
            </a:endParaRPr>
          </a:p>
          <a:p>
            <a:pPr marL="144000" indent="-216000" defTabSz="609480">
              <a:lnSpc>
                <a:spcPct val="115000"/>
              </a:lnSpc>
              <a:spcBef>
                <a:spcPts val="1037"/>
              </a:spcBef>
              <a:spcAft>
                <a:spcPts val="283"/>
              </a:spcAft>
              <a:buClr>
                <a:srgbClr val="000000"/>
              </a:buClr>
              <a:buSzPct val="45000"/>
              <a:buFont typeface="Wingdings" charset="2"/>
              <a:buChar char=""/>
              <a:tabLst>
                <a:tab pos="0" algn="l"/>
              </a:tabLst>
            </a:pPr>
            <a:r>
              <a:rPr lang="en-US" sz="1400" b="0" strike="noStrike" spc="-1">
                <a:solidFill>
                  <a:srgbClr val="000000"/>
                </a:solidFill>
                <a:latin typeface="arial"/>
              </a:rPr>
              <a:t>Higher memory usage</a:t>
            </a:r>
            <a:endParaRPr lang="en-IN" sz="1400" b="0" strike="noStrike" spc="-1">
              <a:solidFill>
                <a:srgbClr val="000000"/>
              </a:solidFill>
              <a:latin typeface="Arial"/>
            </a:endParaRPr>
          </a:p>
          <a:p>
            <a:pPr marL="144000" indent="-216000" defTabSz="609480">
              <a:lnSpc>
                <a:spcPct val="115000"/>
              </a:lnSpc>
              <a:spcBef>
                <a:spcPts val="1037"/>
              </a:spcBef>
              <a:spcAft>
                <a:spcPts val="283"/>
              </a:spcAft>
              <a:buClr>
                <a:srgbClr val="000000"/>
              </a:buClr>
              <a:buSzPct val="45000"/>
              <a:buFont typeface="Wingdings" charset="2"/>
              <a:buChar char=""/>
              <a:tabLst>
                <a:tab pos="0" algn="l"/>
              </a:tabLst>
            </a:pPr>
            <a:r>
              <a:rPr lang="en-US" sz="1400" b="0" strike="noStrike" spc="-1">
                <a:solidFill>
                  <a:srgbClr val="000000"/>
                </a:solidFill>
                <a:latin typeface="arial"/>
              </a:rPr>
              <a:t>Security vulnerabilities</a:t>
            </a:r>
            <a:endParaRPr lang="en-IN" sz="1400" b="0" strike="noStrike" spc="-1">
              <a:solidFill>
                <a:srgbClr val="000000"/>
              </a:solidFill>
              <a:latin typeface="Arial"/>
            </a:endParaRPr>
          </a:p>
          <a:p>
            <a:pPr marL="144000" defTabSz="609480">
              <a:lnSpc>
                <a:spcPct val="115000"/>
              </a:lnSpc>
              <a:spcBef>
                <a:spcPts val="1037"/>
              </a:spcBef>
              <a:spcAft>
                <a:spcPts val="283"/>
              </a:spcAft>
              <a:tabLst>
                <a:tab pos="0" algn="l"/>
              </a:tabLst>
            </a:pPr>
            <a:r>
              <a:rPr lang="en-US" sz="1400" b="0" strike="noStrike" spc="-1">
                <a:solidFill>
                  <a:srgbClr val="000000"/>
                </a:solidFill>
                <a:latin typeface="arial"/>
              </a:rPr>
              <a:t>making it inefficient for lightweight and security-sensitive environments.</a:t>
            </a:r>
            <a:endParaRPr lang="en-IN" sz="14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6"/>
          <p:cNvSpPr/>
          <p:nvPr/>
        </p:nvSpPr>
        <p:spPr>
          <a:xfrm>
            <a:off x="713160" y="44496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OBJECTIVES :</a:t>
            </a:r>
            <a:endParaRPr lang="en-IN" sz="2000" b="0" strike="noStrike" spc="-1">
              <a:solidFill>
                <a:srgbClr val="000000"/>
              </a:solidFill>
              <a:latin typeface="Arial"/>
            </a:endParaRPr>
          </a:p>
        </p:txBody>
      </p:sp>
      <p:sp>
        <p:nvSpPr>
          <p:cNvPr id="256" name="PlaceHolder 7"/>
          <p:cNvSpPr/>
          <p:nvPr/>
        </p:nvSpPr>
        <p:spPr>
          <a:xfrm>
            <a:off x="457200" y="1203480"/>
            <a:ext cx="822816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6000" defTabSz="609480">
              <a:lnSpc>
                <a:spcPct val="100000"/>
              </a:lnSpc>
              <a:spcBef>
                <a:spcPts val="1587"/>
              </a:spcBef>
              <a:spcAft>
                <a:spcPts val="1324"/>
              </a:spcAft>
              <a:buClr>
                <a:srgbClr val="000000"/>
              </a:buClr>
              <a:buSzPct val="45000"/>
              <a:buFont typeface="Wingdings" charset="2"/>
              <a:buChar char=""/>
            </a:pPr>
            <a:r>
              <a:rPr lang="en-US" sz="1400" b="0" strike="noStrike" spc="-1">
                <a:solidFill>
                  <a:schemeClr val="dk1"/>
                </a:solidFill>
                <a:latin typeface="arial"/>
                <a:ea typeface="Kulim Park"/>
              </a:rPr>
              <a:t>To reduce the Linux kernel size by removing unused components</a:t>
            </a:r>
            <a:endParaRPr lang="en-IN" sz="1400" b="0" strike="noStrike" spc="-1">
              <a:solidFill>
                <a:srgbClr val="000000"/>
              </a:solidFill>
              <a:latin typeface="Arial"/>
            </a:endParaRPr>
          </a:p>
          <a:p>
            <a:pPr marL="216000" indent="-216000" defTabSz="609480">
              <a:lnSpc>
                <a:spcPct val="100000"/>
              </a:lnSpc>
              <a:spcBef>
                <a:spcPts val="1587"/>
              </a:spcBef>
              <a:spcAft>
                <a:spcPts val="1324"/>
              </a:spcAft>
              <a:buClr>
                <a:srgbClr val="000000"/>
              </a:buClr>
              <a:buSzPct val="45000"/>
              <a:buFont typeface="Wingdings" charset="2"/>
              <a:buChar char=""/>
            </a:pPr>
            <a:r>
              <a:rPr lang="en-US" sz="1400" b="0" strike="noStrike" spc="-1">
                <a:solidFill>
                  <a:schemeClr val="dk1"/>
                </a:solidFill>
                <a:latin typeface="arial"/>
                <a:ea typeface="Kulim Park"/>
              </a:rPr>
              <a:t>To optimize memory management for better stability</a:t>
            </a:r>
            <a:endParaRPr lang="en-IN" sz="1400" b="0" strike="noStrike" spc="-1">
              <a:solidFill>
                <a:srgbClr val="000000"/>
              </a:solidFill>
              <a:latin typeface="Arial"/>
            </a:endParaRPr>
          </a:p>
          <a:p>
            <a:pPr marL="216000" indent="-216000" defTabSz="609480">
              <a:lnSpc>
                <a:spcPct val="100000"/>
              </a:lnSpc>
              <a:spcBef>
                <a:spcPts val="1587"/>
              </a:spcBef>
              <a:spcAft>
                <a:spcPts val="1324"/>
              </a:spcAft>
              <a:buClr>
                <a:srgbClr val="000000"/>
              </a:buClr>
              <a:buSzPct val="45000"/>
              <a:buFont typeface="Wingdings" charset="2"/>
              <a:buChar char=""/>
            </a:pPr>
            <a:r>
              <a:rPr lang="en-US" sz="1400" b="0" strike="noStrike" spc="-1">
                <a:solidFill>
                  <a:schemeClr val="dk1"/>
                </a:solidFill>
                <a:latin typeface="arial"/>
                <a:ea typeface="Kulim Park"/>
              </a:rPr>
              <a:t>To enhance network security at the kernel level</a:t>
            </a:r>
            <a:endParaRPr lang="en-IN" sz="1400" b="0" strike="noStrike" spc="-1">
              <a:solidFill>
                <a:srgbClr val="000000"/>
              </a:solidFill>
              <a:latin typeface="Arial"/>
            </a:endParaRPr>
          </a:p>
          <a:p>
            <a:pPr marL="216000" indent="-216000" defTabSz="609480">
              <a:lnSpc>
                <a:spcPct val="100000"/>
              </a:lnSpc>
              <a:spcBef>
                <a:spcPts val="1587"/>
              </a:spcBef>
              <a:spcAft>
                <a:spcPts val="1324"/>
              </a:spcAft>
              <a:buClr>
                <a:srgbClr val="000000"/>
              </a:buClr>
              <a:buSzPct val="45000"/>
              <a:buFont typeface="Wingdings" charset="2"/>
              <a:buChar char=""/>
            </a:pPr>
            <a:r>
              <a:rPr lang="en-US" sz="1400" b="0" strike="noStrike" spc="-1">
                <a:solidFill>
                  <a:schemeClr val="dk1"/>
                </a:solidFill>
                <a:latin typeface="arial"/>
                <a:ea typeface="Kulim Park"/>
              </a:rPr>
              <a:t>To implement kernel-level security mechanisms</a:t>
            </a:r>
            <a:endParaRPr lang="en-IN" sz="1400" b="0" strike="noStrike" spc="-1">
              <a:solidFill>
                <a:srgbClr val="000000"/>
              </a:solidFill>
              <a:latin typeface="Arial"/>
            </a:endParaRPr>
          </a:p>
          <a:p>
            <a:pPr marL="216000" indent="-216000" defTabSz="609480">
              <a:lnSpc>
                <a:spcPct val="100000"/>
              </a:lnSpc>
              <a:spcBef>
                <a:spcPts val="1587"/>
              </a:spcBef>
              <a:spcAft>
                <a:spcPts val="1324"/>
              </a:spcAft>
              <a:buClr>
                <a:srgbClr val="000000"/>
              </a:buClr>
              <a:buSzPct val="45000"/>
              <a:buFont typeface="Wingdings" charset="2"/>
              <a:buChar char=""/>
            </a:pPr>
            <a:r>
              <a:rPr lang="en-US" sz="1400" b="0" strike="noStrike" spc="-1">
                <a:solidFill>
                  <a:schemeClr val="dk1"/>
                </a:solidFill>
                <a:latin typeface="arial"/>
                <a:ea typeface="Kulim Park"/>
              </a:rPr>
              <a:t>To improve overall system performance and security</a:t>
            </a:r>
            <a:endParaRPr lang="en-IN" sz="14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8"/>
          <p:cNvSpPr/>
          <p:nvPr/>
        </p:nvSpPr>
        <p:spPr>
          <a:xfrm>
            <a:off x="713160" y="44496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EXISTING SYSTEM :</a:t>
            </a:r>
            <a:endParaRPr lang="en-IN" sz="2000" b="0" strike="noStrike" spc="-1">
              <a:solidFill>
                <a:srgbClr val="000000"/>
              </a:solidFill>
              <a:latin typeface="Arial"/>
            </a:endParaRPr>
          </a:p>
        </p:txBody>
      </p:sp>
      <p:sp>
        <p:nvSpPr>
          <p:cNvPr id="258" name="PlaceHolder 9"/>
          <p:cNvSpPr/>
          <p:nvPr/>
        </p:nvSpPr>
        <p:spPr>
          <a:xfrm>
            <a:off x="457200" y="1203480"/>
            <a:ext cx="401472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58888" lnSpcReduction="10000"/>
          </a:bodyPr>
          <a:lstStyle/>
          <a:p>
            <a:pPr marL="432000" indent="-324000" defTabSz="609480">
              <a:lnSpc>
                <a:spcPct val="100000"/>
              </a:lnSpc>
              <a:spcBef>
                <a:spcPts val="1587"/>
              </a:spcBef>
              <a:spcAft>
                <a:spcPts val="1324"/>
              </a:spcAft>
              <a:buClr>
                <a:srgbClr val="000000"/>
              </a:buClr>
              <a:buSzPct val="45000"/>
              <a:buFont typeface="Wingdings" charset="2"/>
              <a:buChar char=""/>
            </a:pPr>
            <a:r>
              <a:rPr lang="en-IN" sz="2400" b="0" strike="noStrike" spc="-1">
                <a:solidFill>
                  <a:srgbClr val="000000"/>
                </a:solidFill>
                <a:latin typeface="Arial"/>
                <a:ea typeface="Kulim Park"/>
              </a:rPr>
              <a:t>Uses a general-purpose Linux kernel</a:t>
            </a:r>
            <a:endParaRPr lang="en-IN" sz="2400" b="0" strike="noStrike" spc="-1">
              <a:solidFill>
                <a:srgbClr val="000000"/>
              </a:solidFill>
              <a:latin typeface="Arial"/>
            </a:endParaRPr>
          </a:p>
          <a:p>
            <a:pPr marL="432000" indent="-324000" defTabSz="609480">
              <a:lnSpc>
                <a:spcPct val="100000"/>
              </a:lnSpc>
              <a:spcBef>
                <a:spcPts val="1587"/>
              </a:spcBef>
              <a:spcAft>
                <a:spcPts val="1324"/>
              </a:spcAft>
              <a:buClr>
                <a:srgbClr val="000000"/>
              </a:buClr>
              <a:buSzPct val="45000"/>
              <a:buFont typeface="Wingdings" charset="2"/>
              <a:buChar char=""/>
            </a:pPr>
            <a:r>
              <a:rPr lang="en-IN" sz="2400" b="0" strike="noStrike" spc="-1">
                <a:solidFill>
                  <a:srgbClr val="000000"/>
                </a:solidFill>
                <a:latin typeface="Arial"/>
                <a:ea typeface="Kulim Park"/>
              </a:rPr>
              <a:t>Includes support for multiple hardware architectures</a:t>
            </a:r>
            <a:endParaRPr lang="en-IN" sz="2400" b="0" strike="noStrike" spc="-1">
              <a:solidFill>
                <a:srgbClr val="000000"/>
              </a:solidFill>
              <a:latin typeface="Arial"/>
            </a:endParaRPr>
          </a:p>
          <a:p>
            <a:pPr marL="432000" indent="-324000" defTabSz="609480">
              <a:lnSpc>
                <a:spcPct val="100000"/>
              </a:lnSpc>
              <a:spcBef>
                <a:spcPts val="1587"/>
              </a:spcBef>
              <a:spcAft>
                <a:spcPts val="1324"/>
              </a:spcAft>
              <a:buClr>
                <a:srgbClr val="000000"/>
              </a:buClr>
              <a:buSzPct val="45000"/>
              <a:buFont typeface="Wingdings" charset="2"/>
              <a:buChar char=""/>
            </a:pPr>
            <a:r>
              <a:rPr lang="en-IN" sz="2400" b="0" strike="noStrike" spc="-1">
                <a:solidFill>
                  <a:srgbClr val="000000"/>
                </a:solidFill>
                <a:latin typeface="Arial"/>
                <a:ea typeface="Kulim Park"/>
              </a:rPr>
              <a:t>Default memory management and OOM handling</a:t>
            </a:r>
            <a:endParaRPr lang="en-IN" sz="2400" b="0" strike="noStrike" spc="-1">
              <a:solidFill>
                <a:srgbClr val="000000"/>
              </a:solidFill>
              <a:latin typeface="Arial"/>
            </a:endParaRPr>
          </a:p>
          <a:p>
            <a:pPr marL="432000" indent="-324000" defTabSz="609480">
              <a:lnSpc>
                <a:spcPct val="100000"/>
              </a:lnSpc>
              <a:spcBef>
                <a:spcPts val="1587"/>
              </a:spcBef>
              <a:spcAft>
                <a:spcPts val="1324"/>
              </a:spcAft>
              <a:buClr>
                <a:srgbClr val="000000"/>
              </a:buClr>
              <a:buSzPct val="45000"/>
              <a:buFont typeface="Wingdings" charset="2"/>
              <a:buChar char=""/>
            </a:pPr>
            <a:r>
              <a:rPr lang="en-IN" sz="2400" b="0" strike="noStrike" spc="-1">
                <a:solidFill>
                  <a:srgbClr val="000000"/>
                </a:solidFill>
                <a:latin typeface="Arial"/>
                <a:ea typeface="Kulim Park"/>
              </a:rPr>
              <a:t>Network security mostly handled in user space</a:t>
            </a:r>
            <a:endParaRPr lang="en-IN" sz="2400" b="0" strike="noStrike" spc="-1">
              <a:solidFill>
                <a:srgbClr val="000000"/>
              </a:solidFill>
              <a:latin typeface="Arial"/>
            </a:endParaRPr>
          </a:p>
          <a:p>
            <a:pPr marL="432000" indent="-324000" defTabSz="609480">
              <a:lnSpc>
                <a:spcPct val="100000"/>
              </a:lnSpc>
              <a:spcBef>
                <a:spcPts val="1587"/>
              </a:spcBef>
              <a:spcAft>
                <a:spcPts val="1324"/>
              </a:spcAft>
              <a:buClr>
                <a:srgbClr val="000000"/>
              </a:buClr>
              <a:buSzPct val="45000"/>
              <a:buFont typeface="Wingdings" charset="2"/>
              <a:buChar char=""/>
            </a:pPr>
            <a:r>
              <a:rPr lang="en-IN" sz="2400" b="0" strike="noStrike" spc="-1">
                <a:solidFill>
                  <a:srgbClr val="000000"/>
                </a:solidFill>
                <a:latin typeface="Arial"/>
                <a:ea typeface="Kulim Park"/>
              </a:rPr>
              <a:t>Optional and complex security frameworks</a:t>
            </a:r>
            <a:endParaRPr lang="en-IN" sz="2400" b="0" strike="noStrike" spc="-1">
              <a:solidFill>
                <a:srgbClr val="000000"/>
              </a:solidFill>
              <a:latin typeface="Arial"/>
            </a:endParaRPr>
          </a:p>
        </p:txBody>
      </p:sp>
      <p:sp>
        <p:nvSpPr>
          <p:cNvPr id="259" name="PlaceHolder 10"/>
          <p:cNvSpPr/>
          <p:nvPr/>
        </p:nvSpPr>
        <p:spPr>
          <a:xfrm>
            <a:off x="4674240" y="1203480"/>
            <a:ext cx="401472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Large kernel size</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Higher memory and CPU usage</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Increased attack surface</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Slower boot time</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Security mechanisms are optional and complex</a:t>
            </a:r>
          </a:p>
        </p:txBody>
      </p:sp>
      <p:sp>
        <p:nvSpPr>
          <p:cNvPr id="260" name="Rectangle 259"/>
          <p:cNvSpPr/>
          <p:nvPr/>
        </p:nvSpPr>
        <p:spPr>
          <a:xfrm>
            <a:off x="4912560" y="43560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IN" sz="2000" b="1" strike="noStrike" spc="-1">
                <a:solidFill>
                  <a:srgbClr val="000000"/>
                </a:solidFill>
                <a:latin typeface="Arial"/>
              </a:rPr>
              <a:t>DISADVANTAGE :</a:t>
            </a:r>
            <a:endParaRPr lang="en-IN" sz="20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1"/>
          <p:cNvSpPr/>
          <p:nvPr/>
        </p:nvSpPr>
        <p:spPr>
          <a:xfrm>
            <a:off x="713160" y="44496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PROPOSED SYSTEM :</a:t>
            </a:r>
            <a:endParaRPr lang="en-IN" sz="2000" b="0" strike="noStrike" spc="-1">
              <a:solidFill>
                <a:srgbClr val="000000"/>
              </a:solidFill>
              <a:latin typeface="Arial"/>
            </a:endParaRPr>
          </a:p>
        </p:txBody>
      </p:sp>
      <p:sp>
        <p:nvSpPr>
          <p:cNvPr id="262" name="PlaceHolder 12"/>
          <p:cNvSpPr/>
          <p:nvPr/>
        </p:nvSpPr>
        <p:spPr>
          <a:xfrm>
            <a:off x="457200" y="1203480"/>
            <a:ext cx="401472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432000" indent="-324000" defTabSz="609480">
              <a:lnSpc>
                <a:spcPct val="115000"/>
              </a:lnSpc>
              <a:spcBef>
                <a:spcPts val="1871"/>
              </a:spcBef>
              <a:spcAft>
                <a:spcPts val="1607"/>
              </a:spcAft>
              <a:buClr>
                <a:srgbClr val="000000"/>
              </a:buClr>
              <a:buSzPct val="45000"/>
              <a:buFont typeface="Wingdings" charset="2"/>
              <a:buChar char=""/>
            </a:pPr>
            <a:r>
              <a:rPr lang="en-US" sz="1400" b="0" strike="noStrike" spc="-1">
                <a:solidFill>
                  <a:schemeClr val="dk1"/>
                </a:solidFill>
                <a:latin typeface="Kulim Park"/>
                <a:ea typeface="Kulim Park"/>
              </a:rPr>
              <a:t>The proposed system uses a customized Linux kernel with targeted modifications to improve performance and security. </a:t>
            </a:r>
            <a:endParaRPr lang="en-IN" sz="1400" b="0" strike="noStrike" spc="-1">
              <a:solidFill>
                <a:srgbClr val="000000"/>
              </a:solidFill>
              <a:latin typeface="Arial"/>
            </a:endParaRPr>
          </a:p>
          <a:p>
            <a:pPr marL="432000" indent="-324000" defTabSz="609480">
              <a:lnSpc>
                <a:spcPct val="115000"/>
              </a:lnSpc>
              <a:spcBef>
                <a:spcPts val="1871"/>
              </a:spcBef>
              <a:spcAft>
                <a:spcPts val="1607"/>
              </a:spcAft>
              <a:buClr>
                <a:srgbClr val="000000"/>
              </a:buClr>
              <a:buSzPct val="45000"/>
              <a:buFont typeface="Wingdings" charset="2"/>
              <a:buChar char=""/>
            </a:pPr>
            <a:r>
              <a:rPr lang="en-US" sz="1400" b="0" strike="noStrike" spc="-1">
                <a:solidFill>
                  <a:schemeClr val="dk1"/>
                </a:solidFill>
                <a:latin typeface="Kulim Park"/>
                <a:ea typeface="Kulim Park"/>
              </a:rPr>
              <a:t>The kernel is optimized by removing unnecessary components, modifying memory and network modules, and implementing a kernel-level security module to enforce mandatory access control.</a:t>
            </a:r>
            <a:endParaRPr lang="en-IN" sz="1400" b="0" strike="noStrike" spc="-1">
              <a:solidFill>
                <a:srgbClr val="000000"/>
              </a:solidFill>
              <a:latin typeface="Arial"/>
            </a:endParaRPr>
          </a:p>
        </p:txBody>
      </p:sp>
      <p:sp>
        <p:nvSpPr>
          <p:cNvPr id="263" name="PlaceHolder 13"/>
          <p:cNvSpPr/>
          <p:nvPr/>
        </p:nvSpPr>
        <p:spPr>
          <a:xfrm>
            <a:off x="4674240" y="1203480"/>
            <a:ext cx="401472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Reduced kernel size and faster boot time</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Lower memory and CPU usage</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Improved system stability</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Enhanced kernel-level security</a:t>
            </a:r>
          </a:p>
          <a:p>
            <a:pPr marL="432000" indent="-324000" defTabSz="609480">
              <a:lnSpc>
                <a:spcPct val="100000"/>
              </a:lnSpc>
              <a:spcBef>
                <a:spcPts val="1587"/>
              </a:spcBef>
              <a:spcAft>
                <a:spcPts val="1324"/>
              </a:spcAft>
              <a:buClr>
                <a:srgbClr val="000000"/>
              </a:buClr>
              <a:buSzPct val="45000"/>
              <a:buFont typeface="Wingdings" charset="2"/>
              <a:buChar char=""/>
            </a:pPr>
            <a:r>
              <a:rPr lang="en-IN" sz="1400" b="0" strike="noStrike" spc="-1">
                <a:solidFill>
                  <a:srgbClr val="000000"/>
                </a:solidFill>
                <a:latin typeface="Arial"/>
              </a:rPr>
              <a:t>Reduced attack surface</a:t>
            </a:r>
          </a:p>
        </p:txBody>
      </p:sp>
      <p:sp>
        <p:nvSpPr>
          <p:cNvPr id="264" name="Rectangle 263"/>
          <p:cNvSpPr/>
          <p:nvPr/>
        </p:nvSpPr>
        <p:spPr>
          <a:xfrm>
            <a:off x="4896000" y="43560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IN" sz="2000" b="1" strike="noStrike" spc="-1">
                <a:solidFill>
                  <a:srgbClr val="000000"/>
                </a:solidFill>
                <a:latin typeface="Arial"/>
              </a:rPr>
              <a:t>ADVANTAGE :</a:t>
            </a:r>
            <a:endParaRPr lang="en-IN" sz="20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4"/>
          <p:cNvSpPr/>
          <p:nvPr/>
        </p:nvSpPr>
        <p:spPr>
          <a:xfrm>
            <a:off x="893160" y="44532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SYSTEM ARCHITECTURE :</a:t>
            </a:r>
            <a:endParaRPr lang="en-IN" sz="2000" b="0" strike="noStrike" spc="-1">
              <a:solidFill>
                <a:srgbClr val="000000"/>
              </a:solidFill>
              <a:latin typeface="Arial"/>
            </a:endParaRPr>
          </a:p>
        </p:txBody>
      </p:sp>
      <p:pic>
        <p:nvPicPr>
          <p:cNvPr id="266" name="Picture 6"/>
          <p:cNvPicPr/>
          <p:nvPr/>
        </p:nvPicPr>
        <p:blipFill>
          <a:blip r:embed="rId2"/>
          <a:stretch/>
        </p:blipFill>
        <p:spPr>
          <a:xfrm>
            <a:off x="2733840" y="987120"/>
            <a:ext cx="3565080" cy="378360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5"/>
          <p:cNvSpPr/>
          <p:nvPr/>
        </p:nvSpPr>
        <p:spPr>
          <a:xfrm>
            <a:off x="713160" y="44496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MODULES :</a:t>
            </a:r>
            <a:endParaRPr lang="en-IN" sz="2000" b="0" strike="noStrike" spc="-1">
              <a:solidFill>
                <a:srgbClr val="000000"/>
              </a:solidFill>
              <a:latin typeface="Arial"/>
            </a:endParaRPr>
          </a:p>
        </p:txBody>
      </p:sp>
      <p:sp>
        <p:nvSpPr>
          <p:cNvPr id="268" name="PlaceHolder 16"/>
          <p:cNvSpPr/>
          <p:nvPr/>
        </p:nvSpPr>
        <p:spPr>
          <a:xfrm>
            <a:off x="493200" y="1059480"/>
            <a:ext cx="822816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6000" algn="just" defTabSz="609480">
              <a:lnSpc>
                <a:spcPct val="150000"/>
              </a:lnSpc>
              <a:spcBef>
                <a:spcPts val="1335"/>
              </a:spcBef>
              <a:buClr>
                <a:srgbClr val="000000"/>
              </a:buClr>
              <a:buSzPct val="45000"/>
              <a:buFont typeface="Wingdings" charset="2"/>
              <a:buChar char=""/>
              <a:tabLst>
                <a:tab pos="0" algn="l"/>
              </a:tabLst>
            </a:pPr>
            <a:r>
              <a:rPr lang="en-IN" sz="1400" b="0" strike="noStrike" spc="-1">
                <a:solidFill>
                  <a:srgbClr val="000000"/>
                </a:solidFill>
                <a:latin typeface="Arial"/>
                <a:ea typeface="Kulim Park"/>
              </a:rPr>
              <a:t>Module – 1 : Kernel Lightening</a:t>
            </a:r>
            <a:endParaRPr lang="en-IN" sz="1400" b="0" strike="noStrike" spc="-1">
              <a:solidFill>
                <a:srgbClr val="000000"/>
              </a:solidFill>
              <a:latin typeface="Arial"/>
            </a:endParaRPr>
          </a:p>
          <a:p>
            <a:pPr marL="216000" indent="-216000" algn="just" defTabSz="609480">
              <a:lnSpc>
                <a:spcPct val="150000"/>
              </a:lnSpc>
              <a:spcBef>
                <a:spcPts val="1335"/>
              </a:spcBef>
              <a:buClr>
                <a:srgbClr val="000000"/>
              </a:buClr>
              <a:buSzPct val="45000"/>
              <a:buFont typeface="Wingdings" charset="2"/>
              <a:buChar char=""/>
              <a:tabLst>
                <a:tab pos="0" algn="l"/>
              </a:tabLst>
            </a:pPr>
            <a:r>
              <a:rPr lang="en-IN" sz="1400" b="0" strike="noStrike" spc="-1">
                <a:solidFill>
                  <a:srgbClr val="000000"/>
                </a:solidFill>
                <a:latin typeface="Arial"/>
                <a:ea typeface="Kulim Park"/>
              </a:rPr>
              <a:t>Module – 2 : Memory Module Modification</a:t>
            </a:r>
            <a:endParaRPr lang="en-IN" sz="1400" b="0" strike="noStrike" spc="-1">
              <a:solidFill>
                <a:srgbClr val="000000"/>
              </a:solidFill>
              <a:latin typeface="Arial"/>
            </a:endParaRPr>
          </a:p>
          <a:p>
            <a:pPr marL="216000" indent="-216000" algn="just" defTabSz="609480">
              <a:lnSpc>
                <a:spcPct val="150000"/>
              </a:lnSpc>
              <a:spcBef>
                <a:spcPts val="1335"/>
              </a:spcBef>
              <a:buClr>
                <a:srgbClr val="000000"/>
              </a:buClr>
              <a:buSzPct val="45000"/>
              <a:buFont typeface="Wingdings" charset="2"/>
              <a:buChar char=""/>
              <a:tabLst>
                <a:tab pos="0" algn="l"/>
              </a:tabLst>
            </a:pPr>
            <a:r>
              <a:rPr lang="en-IN" sz="1400" b="0" strike="noStrike" spc="-1">
                <a:solidFill>
                  <a:srgbClr val="000000"/>
                </a:solidFill>
                <a:latin typeface="Arial"/>
                <a:ea typeface="Kulim Park"/>
              </a:rPr>
              <a:t>Module – 3 : Network Module Modification</a:t>
            </a:r>
            <a:endParaRPr lang="en-IN" sz="1400" b="0" strike="noStrike" spc="-1">
              <a:solidFill>
                <a:srgbClr val="000000"/>
              </a:solidFill>
              <a:latin typeface="Arial"/>
            </a:endParaRPr>
          </a:p>
          <a:p>
            <a:pPr marL="216000" indent="-216000" algn="just" defTabSz="609480">
              <a:lnSpc>
                <a:spcPct val="150000"/>
              </a:lnSpc>
              <a:spcBef>
                <a:spcPts val="1335"/>
              </a:spcBef>
              <a:buClr>
                <a:srgbClr val="000000"/>
              </a:buClr>
              <a:buSzPct val="45000"/>
              <a:buFont typeface="Wingdings" charset="2"/>
              <a:buChar char=""/>
              <a:tabLst>
                <a:tab pos="0" algn="l"/>
              </a:tabLst>
            </a:pPr>
            <a:r>
              <a:rPr lang="en-IN" sz="1400" b="0" strike="noStrike" spc="-1">
                <a:solidFill>
                  <a:srgbClr val="000000"/>
                </a:solidFill>
                <a:latin typeface="Arial"/>
                <a:ea typeface="Kulim Park"/>
              </a:rPr>
              <a:t>Module – 4 : Security Module Modification</a:t>
            </a:r>
            <a:endParaRPr lang="en-IN" sz="1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7"/>
          <p:cNvSpPr/>
          <p:nvPr/>
        </p:nvSpPr>
        <p:spPr>
          <a:xfrm>
            <a:off x="713160" y="444960"/>
            <a:ext cx="52257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MODULE 1 – KERNEL LIGHTENING :</a:t>
            </a:r>
            <a:endParaRPr lang="en-IN" sz="2000" b="0" strike="noStrike" spc="-1">
              <a:solidFill>
                <a:srgbClr val="000000"/>
              </a:solidFill>
              <a:latin typeface="Arial"/>
            </a:endParaRPr>
          </a:p>
        </p:txBody>
      </p:sp>
      <p:sp>
        <p:nvSpPr>
          <p:cNvPr id="270" name="PlaceHolder 18"/>
          <p:cNvSpPr/>
          <p:nvPr/>
        </p:nvSpPr>
        <p:spPr>
          <a:xfrm>
            <a:off x="457200" y="1203480"/>
            <a:ext cx="8228160" cy="29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15000"/>
              </a:lnSpc>
              <a:tabLst>
                <a:tab pos="0" algn="l"/>
              </a:tabLst>
            </a:pPr>
            <a:r>
              <a:rPr lang="en-IN" sz="1400" b="1" strike="noStrike" spc="-1">
                <a:solidFill>
                  <a:srgbClr val="000000"/>
                </a:solidFill>
                <a:latin typeface="Arial"/>
              </a:rPr>
              <a:t>EXPLANATION :</a:t>
            </a:r>
            <a:endParaRPr lang="en-IN" sz="1400" b="0" strike="noStrike" spc="-1">
              <a:solidFill>
                <a:srgbClr val="000000"/>
              </a:solidFill>
              <a:latin typeface="Arial"/>
            </a:endParaRPr>
          </a:p>
          <a:p>
            <a:pPr>
              <a:lnSpc>
                <a:spcPct val="115000"/>
              </a:lnSpc>
              <a:tabLst>
                <a:tab pos="0" algn="l"/>
              </a:tabLst>
            </a:pPr>
            <a:endParaRPr lang="en-IN" sz="1400" b="0" strike="noStrike" spc="-1">
              <a:solidFill>
                <a:srgbClr val="000000"/>
              </a:solidFill>
              <a:latin typeface="Arial"/>
            </a:endParaRPr>
          </a:p>
          <a:p>
            <a:pPr marL="216000" indent="-216000" defTabSz="609480">
              <a:lnSpc>
                <a:spcPct val="115000"/>
              </a:lnSpc>
              <a:spcBef>
                <a:spcPts val="1587"/>
              </a:spcBef>
              <a:spcAft>
                <a:spcPts val="1324"/>
              </a:spcAft>
              <a:buClr>
                <a:srgbClr val="000000"/>
              </a:buClr>
              <a:buSzPct val="45000"/>
              <a:buFont typeface="Wingdings" charset="2"/>
              <a:buChar char=""/>
              <a:tabLst>
                <a:tab pos="0" algn="l"/>
              </a:tabLst>
            </a:pPr>
            <a:r>
              <a:rPr lang="en-US" sz="1400" b="0" strike="noStrike" spc="-1">
                <a:solidFill>
                  <a:schemeClr val="dk1"/>
                </a:solidFill>
                <a:latin typeface="Arial"/>
                <a:ea typeface="Kulim Park"/>
              </a:rPr>
              <a:t>Kernel lightening is achieved through compile-time configuration pruning by disabling unused drivers, debugging, and tracing features.</a:t>
            </a:r>
            <a:endParaRPr lang="en-IN" sz="1400" b="0" strike="noStrike" spc="-1">
              <a:solidFill>
                <a:srgbClr val="000000"/>
              </a:solidFill>
              <a:latin typeface="Arial"/>
            </a:endParaRPr>
          </a:p>
          <a:p>
            <a:pPr marL="216000" indent="-216000" defTabSz="609480">
              <a:lnSpc>
                <a:spcPct val="115000"/>
              </a:lnSpc>
              <a:spcBef>
                <a:spcPts val="1587"/>
              </a:spcBef>
              <a:spcAft>
                <a:spcPts val="1324"/>
              </a:spcAft>
              <a:buClr>
                <a:srgbClr val="000000"/>
              </a:buClr>
              <a:buSzPct val="45000"/>
              <a:buFont typeface="Wingdings" charset="2"/>
              <a:buChar char=""/>
              <a:tabLst>
                <a:tab pos="0" algn="l"/>
              </a:tabLst>
            </a:pPr>
            <a:r>
              <a:rPr lang="en-US" sz="1400" b="0" strike="noStrike" spc="-1">
                <a:solidFill>
                  <a:schemeClr val="dk1"/>
                </a:solidFill>
                <a:latin typeface="Arial"/>
                <a:ea typeface="Kulim Park"/>
              </a:rPr>
              <a:t>Modularization and timer optimization are also applied to reduce kernel size, memory usage, and improve boot time.</a:t>
            </a:r>
            <a:endParaRPr lang="en-IN" sz="1400" b="0" strike="noStrike" spc="-1">
              <a:solidFill>
                <a:srgbClr val="000000"/>
              </a:solidFill>
              <a:latin typeface="Arial"/>
            </a:endParaRPr>
          </a:p>
          <a:p>
            <a:pPr marL="216000" indent="-216000" defTabSz="609480">
              <a:lnSpc>
                <a:spcPct val="115000"/>
              </a:lnSpc>
              <a:spcBef>
                <a:spcPts val="1587"/>
              </a:spcBef>
              <a:spcAft>
                <a:spcPts val="1324"/>
              </a:spcAft>
              <a:buClr>
                <a:srgbClr val="000000"/>
              </a:buClr>
              <a:buSzPct val="45000"/>
              <a:buFont typeface="Wingdings" charset="2"/>
              <a:buChar char=""/>
              <a:tabLst>
                <a:tab pos="0" algn="l"/>
              </a:tabLst>
            </a:pPr>
            <a:r>
              <a:rPr lang="en-US" sz="1400" b="0" strike="noStrike" spc="-1">
                <a:solidFill>
                  <a:schemeClr val="dk1"/>
                </a:solidFill>
                <a:latin typeface="Arial"/>
                <a:ea typeface="Kulim Park"/>
              </a:rPr>
              <a:t>Algorithm used -&gt; SCPA(</a:t>
            </a:r>
            <a:r>
              <a:rPr lang="en-IN" sz="1400" b="0" strike="noStrike" spc="-1">
                <a:solidFill>
                  <a:schemeClr val="dk1"/>
                </a:solidFill>
                <a:latin typeface="Arial"/>
                <a:ea typeface="Kulim Park"/>
              </a:rPr>
              <a:t>Static Configuration Pruning Algorithm</a:t>
            </a:r>
            <a:r>
              <a:rPr lang="en-US" sz="1400" b="0" strike="noStrike" spc="-1">
                <a:solidFill>
                  <a:schemeClr val="dk1"/>
                </a:solidFill>
                <a:latin typeface="Arial"/>
                <a:ea typeface="Kulim Park"/>
              </a:rPr>
              <a:t>) : It analysis required system features, disable unused kernel components at compile time and produce a minimal kernel build.</a:t>
            </a:r>
            <a:endParaRPr lang="en-IN" sz="14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673200" y="457200"/>
            <a:ext cx="8229240" cy="858600"/>
          </a:xfrm>
          <a:prstGeom prst="rect">
            <a:avLst/>
          </a:prstGeom>
          <a:noFill/>
          <a:ln w="0">
            <a:noFill/>
          </a:ln>
        </p:spPr>
        <p:txBody>
          <a:bodyPr lIns="0" tIns="0" rIns="0" bIns="0" anchor="ctr">
            <a:noAutofit/>
          </a:bodyPr>
          <a:lstStyle/>
          <a:p>
            <a:pPr indent="0">
              <a:buNone/>
            </a:pPr>
            <a:r>
              <a:rPr lang="en-IN" sz="2000" b="1" strike="noStrike" spc="-1">
                <a:solidFill>
                  <a:srgbClr val="000000"/>
                </a:solidFill>
                <a:latin typeface="Arial"/>
              </a:rPr>
              <a:t>WORKING PROCESS :</a:t>
            </a:r>
          </a:p>
        </p:txBody>
      </p:sp>
      <p:sp>
        <p:nvSpPr>
          <p:cNvPr id="272" name="PlaceHolder 2"/>
          <p:cNvSpPr>
            <a:spLocks noGrp="1"/>
          </p:cNvSpPr>
          <p:nvPr>
            <p:ph type="subTitle"/>
          </p:nvPr>
        </p:nvSpPr>
        <p:spPr>
          <a:xfrm>
            <a:off x="457200" y="1311480"/>
            <a:ext cx="8229240" cy="2396520"/>
          </a:xfrm>
          <a:prstGeom prst="rect">
            <a:avLst/>
          </a:prstGeom>
          <a:noFill/>
          <a:ln w="0">
            <a:noFill/>
          </a:ln>
        </p:spPr>
        <p:txBody>
          <a:bodyPr lIns="0" tIns="0" rIns="0" bIns="0" anchor="ctr">
            <a:noAutofit/>
          </a:bodyPr>
          <a:lstStyle/>
          <a:p>
            <a:pPr indent="0">
              <a:spcBef>
                <a:spcPts val="1191"/>
              </a:spcBef>
              <a:spcAft>
                <a:spcPts val="992"/>
              </a:spcAft>
              <a:buNone/>
            </a:pPr>
            <a:r>
              <a:rPr lang="en-IN" sz="1400" b="0" strike="noStrike" spc="-1">
                <a:solidFill>
                  <a:srgbClr val="000000"/>
                </a:solidFill>
                <a:latin typeface="Arial"/>
              </a:rPr>
              <a:t>• The required system features are analyzed to identify necessary kernel components.</a:t>
            </a:r>
          </a:p>
          <a:p>
            <a:pPr indent="0">
              <a:spcBef>
                <a:spcPts val="1191"/>
              </a:spcBef>
              <a:spcAft>
                <a:spcPts val="992"/>
              </a:spcAft>
              <a:buNone/>
            </a:pPr>
            <a:r>
              <a:rPr lang="en-IN" sz="1400" b="0" strike="noStrike" spc="-1">
                <a:solidFill>
                  <a:srgbClr val="000000"/>
                </a:solidFill>
                <a:latin typeface="Arial"/>
              </a:rPr>
              <a:t>• Unused drivers, filesystems, debugging, and tracing features are disabled during kernel configuration.</a:t>
            </a:r>
          </a:p>
          <a:p>
            <a:pPr indent="0">
              <a:spcBef>
                <a:spcPts val="1191"/>
              </a:spcBef>
              <a:spcAft>
                <a:spcPts val="992"/>
              </a:spcAft>
              <a:buNone/>
            </a:pPr>
            <a:r>
              <a:rPr lang="en-IN" sz="1400" b="0" strike="noStrike" spc="-1">
                <a:solidFill>
                  <a:srgbClr val="000000"/>
                </a:solidFill>
                <a:latin typeface="Arial"/>
              </a:rPr>
              <a:t>• Kernel is compiled with only essential modules using configuration tools.</a:t>
            </a:r>
          </a:p>
          <a:p>
            <a:pPr indent="0">
              <a:spcBef>
                <a:spcPts val="1191"/>
              </a:spcBef>
              <a:spcAft>
                <a:spcPts val="992"/>
              </a:spcAft>
              <a:buNone/>
            </a:pPr>
            <a:r>
              <a:rPr lang="en-IN" sz="1400" b="0" strike="noStrike" spc="-1">
                <a:solidFill>
                  <a:srgbClr val="000000"/>
                </a:solidFill>
                <a:latin typeface="Arial"/>
              </a:rPr>
              <a:t>• The optimized kernel is built and deployed to reduce size and improve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997200" y="421200"/>
            <a:ext cx="8229240" cy="858600"/>
          </a:xfrm>
          <a:prstGeom prst="rect">
            <a:avLst/>
          </a:prstGeom>
          <a:noFill/>
          <a:ln w="0">
            <a:noFill/>
          </a:ln>
        </p:spPr>
        <p:txBody>
          <a:bodyPr lIns="0" tIns="0" rIns="0" bIns="0" anchor="ctr">
            <a:noAutofit/>
          </a:bodyPr>
          <a:lstStyle/>
          <a:p>
            <a:pPr indent="0">
              <a:buNone/>
            </a:pPr>
            <a:r>
              <a:rPr lang="en-IN" sz="2000" b="1" strike="noStrike" spc="-1">
                <a:solidFill>
                  <a:srgbClr val="000000"/>
                </a:solidFill>
                <a:latin typeface="Arial"/>
              </a:rPr>
              <a:t>ADVANTAGES :</a:t>
            </a:r>
          </a:p>
        </p:txBody>
      </p:sp>
      <p:sp>
        <p:nvSpPr>
          <p:cNvPr id="274" name="PlaceHolder 2"/>
          <p:cNvSpPr>
            <a:spLocks noGrp="1"/>
          </p:cNvSpPr>
          <p:nvPr>
            <p:ph/>
          </p:nvPr>
        </p:nvSpPr>
        <p:spPr>
          <a:xfrm>
            <a:off x="457200" y="1527480"/>
            <a:ext cx="8229240" cy="2036520"/>
          </a:xfrm>
          <a:prstGeom prst="rect">
            <a:avLst/>
          </a:prstGeom>
          <a:noFill/>
          <a:ln w="0">
            <a:noFill/>
          </a:ln>
        </p:spPr>
        <p:txBody>
          <a:bodyPr lIns="0" tIns="0" rIns="0" bIns="0" anchor="t">
            <a:normAutofit/>
          </a:bodyPr>
          <a:lstStyle/>
          <a:p>
            <a:pPr marL="432000" indent="0">
              <a:spcBef>
                <a:spcPts val="1191"/>
              </a:spcBef>
              <a:spcAft>
                <a:spcPts val="992"/>
              </a:spcAft>
              <a:buNone/>
            </a:pPr>
            <a:r>
              <a:rPr lang="en-IN" sz="1400" b="0" strike="noStrike" spc="-1">
                <a:solidFill>
                  <a:srgbClr val="000000"/>
                </a:solidFill>
                <a:latin typeface="Arial"/>
              </a:rPr>
              <a:t>• Reduced kernel size and faster boot time.</a:t>
            </a:r>
          </a:p>
          <a:p>
            <a:pPr marL="432000" indent="0">
              <a:spcBef>
                <a:spcPts val="1191"/>
              </a:spcBef>
              <a:spcAft>
                <a:spcPts val="992"/>
              </a:spcAft>
              <a:buNone/>
            </a:pPr>
            <a:r>
              <a:rPr lang="en-IN" sz="1400" b="0" strike="noStrike" spc="-1">
                <a:solidFill>
                  <a:srgbClr val="000000"/>
                </a:solidFill>
                <a:latin typeface="Arial"/>
              </a:rPr>
              <a:t>• Lower memory and CPU usage.</a:t>
            </a:r>
          </a:p>
          <a:p>
            <a:pPr marL="432000" indent="0">
              <a:spcBef>
                <a:spcPts val="1191"/>
              </a:spcBef>
              <a:spcAft>
                <a:spcPts val="992"/>
              </a:spcAft>
              <a:buNone/>
            </a:pPr>
            <a:r>
              <a:rPr lang="en-IN" sz="1400" b="0" strike="noStrike" spc="-1">
                <a:solidFill>
                  <a:srgbClr val="000000"/>
                </a:solidFill>
                <a:latin typeface="Arial"/>
              </a:rPr>
              <a:t>• Improved system performance and efficiency.</a:t>
            </a:r>
          </a:p>
          <a:p>
            <a:pPr marL="432000" indent="0">
              <a:spcBef>
                <a:spcPts val="1191"/>
              </a:spcBef>
              <a:spcAft>
                <a:spcPts val="992"/>
              </a:spcAft>
              <a:buNone/>
            </a:pPr>
            <a:r>
              <a:rPr lang="en-IN" sz="1400" b="0" strike="noStrike" spc="-1">
                <a:solidFill>
                  <a:srgbClr val="000000"/>
                </a:solidFill>
                <a:latin typeface="Arial"/>
              </a:rPr>
              <a:t>• Reduced attack surface leading to better security.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9"/>
          <p:cNvSpPr/>
          <p:nvPr/>
        </p:nvSpPr>
        <p:spPr>
          <a:xfrm>
            <a:off x="713160" y="445320"/>
            <a:ext cx="64857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MODULE 2 – MEMORY MODULE MODIFICATION : </a:t>
            </a:r>
            <a:endParaRPr lang="en-IN" sz="2000" b="0" strike="noStrike" spc="-1">
              <a:solidFill>
                <a:srgbClr val="000000"/>
              </a:solidFill>
              <a:latin typeface="Arial"/>
            </a:endParaRPr>
          </a:p>
        </p:txBody>
      </p:sp>
      <p:sp>
        <p:nvSpPr>
          <p:cNvPr id="276" name="PlaceHolder 20"/>
          <p:cNvSpPr/>
          <p:nvPr/>
        </p:nvSpPr>
        <p:spPr>
          <a:xfrm>
            <a:off x="457200" y="635040"/>
            <a:ext cx="8228160" cy="433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spcBef>
                <a:spcPts val="1191"/>
              </a:spcBef>
              <a:spcAft>
                <a:spcPts val="992"/>
              </a:spcAft>
              <a:tabLst>
                <a:tab pos="0" algn="l"/>
              </a:tabLst>
            </a:pPr>
            <a:endParaRPr lang="en-IN" sz="1400" b="0" strike="noStrike" spc="-1">
              <a:solidFill>
                <a:srgbClr val="000000"/>
              </a:solidFill>
              <a:latin typeface="Arial"/>
            </a:endParaRPr>
          </a:p>
          <a:p>
            <a:pPr>
              <a:lnSpc>
                <a:spcPct val="100000"/>
              </a:lnSpc>
              <a:spcBef>
                <a:spcPts val="1191"/>
              </a:spcBef>
              <a:spcAft>
                <a:spcPts val="992"/>
              </a:spcAft>
              <a:tabLst>
                <a:tab pos="0" algn="l"/>
              </a:tabLst>
            </a:pPr>
            <a:r>
              <a:rPr lang="en-IN" sz="1400" b="1" strike="noStrike" spc="-1">
                <a:solidFill>
                  <a:srgbClr val="000000"/>
                </a:solidFill>
                <a:latin typeface="Arial"/>
              </a:rPr>
              <a:t>EXPLANATION : </a:t>
            </a:r>
            <a:endParaRPr lang="en-IN" sz="1400" b="0" strike="noStrike" spc="-1">
              <a:solidFill>
                <a:srgbClr val="000000"/>
              </a:solidFill>
              <a:latin typeface="Arial"/>
            </a:endParaRPr>
          </a:p>
          <a:p>
            <a:pPr>
              <a:lnSpc>
                <a:spcPct val="100000"/>
              </a:lnSpc>
              <a:spcBef>
                <a:spcPts val="1191"/>
              </a:spcBef>
              <a:spcAft>
                <a:spcPts val="992"/>
              </a:spcAft>
              <a:tabLst>
                <a:tab pos="0" algn="l"/>
              </a:tabLst>
            </a:pPr>
            <a:r>
              <a:rPr lang="en-IN" sz="1400" b="0" strike="noStrike" spc="-1">
                <a:solidFill>
                  <a:srgbClr val="000000"/>
                </a:solidFill>
                <a:latin typeface="Arial"/>
              </a:rPr>
              <a:t>• Memory module modification focuses on optimizing the Linux kernel’s memory management mechanisms to improve efficiency and system stability.</a:t>
            </a:r>
          </a:p>
          <a:p>
            <a:pPr>
              <a:lnSpc>
                <a:spcPct val="100000"/>
              </a:lnSpc>
              <a:spcBef>
                <a:spcPts val="1191"/>
              </a:spcBef>
              <a:spcAft>
                <a:spcPts val="992"/>
              </a:spcAft>
              <a:tabLst>
                <a:tab pos="0" algn="l"/>
              </a:tabLst>
            </a:pPr>
            <a:r>
              <a:rPr lang="en-IN" sz="1400" b="0" strike="noStrike" spc="-1">
                <a:solidFill>
                  <a:srgbClr val="000000"/>
                </a:solidFill>
                <a:latin typeface="Arial"/>
              </a:rPr>
              <a:t>• The kernel memory allocators and page management techniques are analyzed to reduce unnecessary memory usage, fragmentation, and overhead during runtime.</a:t>
            </a:r>
          </a:p>
          <a:p>
            <a:pPr>
              <a:lnSpc>
                <a:spcPct val="100000"/>
              </a:lnSpc>
              <a:spcBef>
                <a:spcPts val="1191"/>
              </a:spcBef>
              <a:spcAft>
                <a:spcPts val="992"/>
              </a:spcAft>
              <a:tabLst>
                <a:tab pos="0" algn="l"/>
              </a:tabLst>
            </a:pPr>
            <a:r>
              <a:rPr lang="en-IN" sz="1400" b="0" strike="noStrike" spc="-1">
                <a:solidFill>
                  <a:srgbClr val="000000"/>
                </a:solidFill>
                <a:latin typeface="Arial"/>
              </a:rPr>
              <a:t>• Memory reclaim strategies are tuned to efficiently free unused pages and minimize excessive swapping, thereby improving system responsiveness under load.</a:t>
            </a:r>
          </a:p>
          <a:p>
            <a:pPr>
              <a:lnSpc>
                <a:spcPct val="100000"/>
              </a:lnSpc>
              <a:spcBef>
                <a:spcPts val="1191"/>
              </a:spcBef>
              <a:spcAft>
                <a:spcPts val="992"/>
              </a:spcAft>
              <a:tabLst>
                <a:tab pos="0" algn="l"/>
              </a:tabLst>
            </a:pPr>
            <a:r>
              <a:rPr lang="en-IN" sz="1400" b="0" strike="noStrike" spc="-1">
                <a:solidFill>
                  <a:srgbClr val="000000"/>
                </a:solidFill>
                <a:latin typeface="Arial"/>
              </a:rPr>
              <a:t>• Algorithm used → MMOA (Memory Management Optimization Algorithm) :</a:t>
            </a:r>
          </a:p>
          <a:p>
            <a:pPr>
              <a:lnSpc>
                <a:spcPct val="100000"/>
              </a:lnSpc>
              <a:spcBef>
                <a:spcPts val="1191"/>
              </a:spcBef>
              <a:spcAft>
                <a:spcPts val="992"/>
              </a:spcAft>
              <a:tabLst>
                <a:tab pos="0" algn="l"/>
              </a:tabLst>
            </a:pPr>
            <a:r>
              <a:rPr lang="en-IN" sz="1400" b="0" strike="noStrike" spc="-1">
                <a:solidFill>
                  <a:srgbClr val="000000"/>
                </a:solidFill>
                <a:latin typeface="Arial"/>
              </a:rPr>
              <a:t>It monitors memory allocation patterns, optimizes allocator behavior, improves page reclamation, and ensures efficient utilization of available physical memory.</a:t>
            </a:r>
          </a:p>
          <a:p>
            <a:pPr>
              <a:lnSpc>
                <a:spcPct val="100000"/>
              </a:lnSpc>
              <a:spcBef>
                <a:spcPts val="1191"/>
              </a:spcBef>
              <a:spcAft>
                <a:spcPts val="992"/>
              </a:spcAft>
              <a:tabLst>
                <a:tab pos="0" algn="l"/>
              </a:tabLst>
            </a:pPr>
            <a:endParaRPr lang="en-IN" sz="14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745200" y="493200"/>
            <a:ext cx="8228880" cy="858240"/>
          </a:xfrm>
          <a:prstGeom prst="rect">
            <a:avLst/>
          </a:prstGeom>
          <a:noFill/>
          <a:ln w="0">
            <a:noFill/>
          </a:ln>
        </p:spPr>
        <p:txBody>
          <a:bodyPr lIns="0" tIns="0" rIns="0" bIns="0" anchor="ctr">
            <a:noAutofit/>
          </a:bodyPr>
          <a:lstStyle/>
          <a:p>
            <a:pPr indent="0">
              <a:lnSpc>
                <a:spcPct val="100000"/>
              </a:lnSpc>
              <a:buNone/>
              <a:tabLst>
                <a:tab pos="0" algn="l"/>
              </a:tabLst>
            </a:pPr>
            <a:r>
              <a:rPr lang="en-IN" sz="2000" b="1" strike="noStrike" spc="-1">
                <a:solidFill>
                  <a:srgbClr val="000000"/>
                </a:solidFill>
                <a:latin typeface="Arial"/>
              </a:rPr>
              <a:t>WORKING PROCESS :</a:t>
            </a:r>
            <a:endParaRPr lang="en-IN" sz="2000" b="0" strike="noStrike" spc="-1">
              <a:solidFill>
                <a:srgbClr val="000000"/>
              </a:solidFill>
              <a:latin typeface="Arial"/>
            </a:endParaRPr>
          </a:p>
        </p:txBody>
      </p:sp>
      <p:sp>
        <p:nvSpPr>
          <p:cNvPr id="278" name="PlaceHolder 2"/>
          <p:cNvSpPr>
            <a:spLocks noGrp="1"/>
          </p:cNvSpPr>
          <p:nvPr>
            <p:ph type="subTitle"/>
          </p:nvPr>
        </p:nvSpPr>
        <p:spPr>
          <a:xfrm>
            <a:off x="673200" y="1203480"/>
            <a:ext cx="8228880" cy="2982600"/>
          </a:xfrm>
          <a:prstGeom prst="rect">
            <a:avLst/>
          </a:prstGeom>
          <a:noFill/>
          <a:ln w="0">
            <a:noFill/>
          </a:ln>
        </p:spPr>
        <p:txBody>
          <a:bodyPr lIns="0" tIns="0" rIns="0" bIns="0" anchor="ctr">
            <a:noAutofit/>
          </a:bodyPr>
          <a:lstStyle/>
          <a:p>
            <a:pPr indent="0">
              <a:lnSpc>
                <a:spcPct val="100000"/>
              </a:lnSpc>
              <a:spcBef>
                <a:spcPts val="1191"/>
              </a:spcBef>
              <a:spcAft>
                <a:spcPts val="992"/>
              </a:spcAft>
              <a:buNone/>
              <a:tabLst>
                <a:tab pos="0" algn="l"/>
              </a:tabLst>
            </a:pPr>
            <a:r>
              <a:rPr lang="en-IN" sz="1400" b="0" strike="noStrike" spc="-1">
                <a:solidFill>
                  <a:srgbClr val="000000"/>
                </a:solidFill>
                <a:latin typeface="Arial"/>
              </a:rPr>
              <a:t>• The kernel monitors memory allocation requests generated by running processes.</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Memory pages are allocated using optimized kernel allocators such as buddy and slab allocators.</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Unused or inactive memory pages are reclaimed to free memory for active processes.</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Cache usage and memory fragmentation are minimized to maintain efficient memory distribution.</a:t>
            </a:r>
          </a:p>
          <a:p>
            <a:pPr indent="0">
              <a:lnSpc>
                <a:spcPct val="100000"/>
              </a:lnSpc>
              <a:spcBef>
                <a:spcPts val="1191"/>
              </a:spcBef>
              <a:spcAft>
                <a:spcPts val="992"/>
              </a:spcAft>
              <a:buNone/>
              <a:tabLst>
                <a:tab pos="0" algn="l"/>
              </a:tabLst>
            </a:pPr>
            <a:endParaRPr lang="en-IN" sz="14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925200" y="601200"/>
            <a:ext cx="8228880" cy="858240"/>
          </a:xfrm>
          <a:prstGeom prst="rect">
            <a:avLst/>
          </a:prstGeom>
          <a:noFill/>
          <a:ln w="0">
            <a:noFill/>
          </a:ln>
        </p:spPr>
        <p:txBody>
          <a:bodyPr lIns="0" tIns="0" rIns="0" bIns="0" anchor="ctr">
            <a:noAutofit/>
          </a:bodyPr>
          <a:lstStyle/>
          <a:p>
            <a:pPr indent="0">
              <a:lnSpc>
                <a:spcPct val="100000"/>
              </a:lnSpc>
              <a:buNone/>
              <a:tabLst>
                <a:tab pos="0" algn="l"/>
              </a:tabLst>
            </a:pPr>
            <a:r>
              <a:rPr lang="en-IN" sz="2000" b="1" strike="noStrike" spc="-1">
                <a:solidFill>
                  <a:srgbClr val="000000"/>
                </a:solidFill>
                <a:latin typeface="Arial"/>
              </a:rPr>
              <a:t>ADVANTAGES :</a:t>
            </a:r>
            <a:endParaRPr lang="en-IN" sz="2000" b="0" strike="noStrike" spc="-1">
              <a:solidFill>
                <a:srgbClr val="000000"/>
              </a:solidFill>
              <a:latin typeface="Arial"/>
            </a:endParaRPr>
          </a:p>
        </p:txBody>
      </p:sp>
      <p:sp>
        <p:nvSpPr>
          <p:cNvPr id="280" name="PlaceHolder 2"/>
          <p:cNvSpPr>
            <a:spLocks noGrp="1"/>
          </p:cNvSpPr>
          <p:nvPr>
            <p:ph type="subTitle"/>
          </p:nvPr>
        </p:nvSpPr>
        <p:spPr>
          <a:xfrm>
            <a:off x="853200" y="1347480"/>
            <a:ext cx="8228880" cy="2982600"/>
          </a:xfrm>
          <a:prstGeom prst="rect">
            <a:avLst/>
          </a:prstGeom>
          <a:noFill/>
          <a:ln w="0">
            <a:noFill/>
          </a:ln>
        </p:spPr>
        <p:txBody>
          <a:bodyPr lIns="0" tIns="0" rIns="0" bIns="0" anchor="ctr">
            <a:noAutofit/>
          </a:bodyPr>
          <a:lstStyle/>
          <a:p>
            <a:pPr indent="0">
              <a:lnSpc>
                <a:spcPct val="100000"/>
              </a:lnSpc>
              <a:spcBef>
                <a:spcPts val="1191"/>
              </a:spcBef>
              <a:spcAft>
                <a:spcPts val="992"/>
              </a:spcAft>
              <a:buNone/>
              <a:tabLst>
                <a:tab pos="0" algn="l"/>
              </a:tabLst>
            </a:pPr>
            <a:r>
              <a:rPr lang="en-IN" sz="1400" b="0" strike="noStrike" spc="-1">
                <a:solidFill>
                  <a:srgbClr val="000000"/>
                </a:solidFill>
                <a:latin typeface="Arial"/>
              </a:rPr>
              <a:t>• Improved memory utilization and reduced memory overhead.</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Faster memory allocation and better system responsiveness.</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Reduced memory fragmentation and improved kernel stability.</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Better overall system performance under high workload conditions.</a:t>
            </a:r>
          </a:p>
          <a:p>
            <a:pPr indent="0">
              <a:lnSpc>
                <a:spcPct val="100000"/>
              </a:lnSpc>
              <a:spcBef>
                <a:spcPts val="1191"/>
              </a:spcBef>
              <a:spcAft>
                <a:spcPts val="992"/>
              </a:spcAft>
              <a:buNone/>
              <a:tabLst>
                <a:tab pos="0" algn="l"/>
              </a:tabLst>
            </a:pPr>
            <a:endParaRPr lang="en-IN" sz="14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25"/>
          <p:cNvSpPr/>
          <p:nvPr/>
        </p:nvSpPr>
        <p:spPr>
          <a:xfrm>
            <a:off x="1001160" y="445320"/>
            <a:ext cx="64857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MODULE 3 – NETWORK MODULE MODIFICATION : </a:t>
            </a:r>
            <a:endParaRPr lang="en-IN" sz="2000" b="0" strike="noStrike" spc="-1">
              <a:solidFill>
                <a:srgbClr val="000000"/>
              </a:solidFill>
              <a:latin typeface="Arial"/>
            </a:endParaRPr>
          </a:p>
        </p:txBody>
      </p:sp>
      <p:sp>
        <p:nvSpPr>
          <p:cNvPr id="282" name="PlaceHolder 26"/>
          <p:cNvSpPr/>
          <p:nvPr/>
        </p:nvSpPr>
        <p:spPr>
          <a:xfrm>
            <a:off x="745200" y="1053000"/>
            <a:ext cx="8228160" cy="386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spcBef>
                <a:spcPts val="1191"/>
              </a:spcBef>
              <a:spcAft>
                <a:spcPts val="992"/>
              </a:spcAft>
              <a:tabLst>
                <a:tab pos="0" algn="l"/>
              </a:tabLst>
            </a:pPr>
            <a:r>
              <a:rPr lang="en-IN" sz="1400" b="1" strike="noStrike" spc="-1">
                <a:solidFill>
                  <a:srgbClr val="000000"/>
                </a:solidFill>
                <a:latin typeface="Arial"/>
              </a:rPr>
              <a:t>EXPLANATION :</a:t>
            </a:r>
            <a:endParaRPr lang="en-IN" sz="1400" b="0" strike="noStrike" spc="-1">
              <a:solidFill>
                <a:srgbClr val="000000"/>
              </a:solidFill>
              <a:latin typeface="Arial"/>
            </a:endParaRPr>
          </a:p>
          <a:p>
            <a:pPr>
              <a:lnSpc>
                <a:spcPct val="100000"/>
              </a:lnSpc>
              <a:spcBef>
                <a:spcPts val="1191"/>
              </a:spcBef>
              <a:spcAft>
                <a:spcPts val="992"/>
              </a:spcAft>
              <a:tabLst>
                <a:tab pos="0" algn="l"/>
              </a:tabLst>
            </a:pPr>
            <a:r>
              <a:rPr lang="en-IN" sz="1400" b="0" strike="noStrike" spc="-1">
                <a:solidFill>
                  <a:srgbClr val="000000"/>
                </a:solidFill>
                <a:latin typeface="Arial"/>
              </a:rPr>
              <a:t>• Network module modification aims to enhance kernel-level network security and performance by controlling packet flow within the Linux network stack.</a:t>
            </a:r>
          </a:p>
          <a:p>
            <a:pPr>
              <a:lnSpc>
                <a:spcPct val="100000"/>
              </a:lnSpc>
              <a:spcBef>
                <a:spcPts val="1191"/>
              </a:spcBef>
              <a:spcAft>
                <a:spcPts val="992"/>
              </a:spcAft>
              <a:tabLst>
                <a:tab pos="0" algn="l"/>
              </a:tabLst>
            </a:pPr>
            <a:r>
              <a:rPr lang="en-IN" sz="1400" b="0" strike="noStrike" spc="-1">
                <a:solidFill>
                  <a:srgbClr val="000000"/>
                </a:solidFill>
                <a:latin typeface="Arial"/>
              </a:rPr>
              <a:t>• Incoming and outgoing packets are inspected at the kernel level before reaching user-space applications to ensure early filtering and control.</a:t>
            </a:r>
          </a:p>
          <a:p>
            <a:pPr>
              <a:lnSpc>
                <a:spcPct val="100000"/>
              </a:lnSpc>
              <a:spcBef>
                <a:spcPts val="1191"/>
              </a:spcBef>
              <a:spcAft>
                <a:spcPts val="992"/>
              </a:spcAft>
              <a:tabLst>
                <a:tab pos="0" algn="l"/>
              </a:tabLst>
            </a:pPr>
            <a:r>
              <a:rPr lang="en-IN" sz="1400" b="0" strike="noStrike" spc="-1">
                <a:solidFill>
                  <a:srgbClr val="000000"/>
                </a:solidFill>
                <a:latin typeface="Arial"/>
              </a:rPr>
              <a:t>• Rule-based packet filtering is applied to identify and block unwanted or malicious traffic, reducing network overhead and improving security.</a:t>
            </a:r>
          </a:p>
          <a:p>
            <a:pPr>
              <a:lnSpc>
                <a:spcPct val="100000"/>
              </a:lnSpc>
              <a:spcBef>
                <a:spcPts val="1191"/>
              </a:spcBef>
              <a:spcAft>
                <a:spcPts val="992"/>
              </a:spcAft>
              <a:tabLst>
                <a:tab pos="0" algn="l"/>
              </a:tabLst>
            </a:pPr>
            <a:r>
              <a:rPr lang="en-IN" sz="1400" b="0" strike="noStrike" spc="-1">
                <a:solidFill>
                  <a:srgbClr val="000000"/>
                </a:solidFill>
                <a:latin typeface="Arial"/>
              </a:rPr>
              <a:t>• Algorithm used → RBPF (Rule-Based Packet Filtering Algorithm) :</a:t>
            </a:r>
          </a:p>
          <a:p>
            <a:pPr>
              <a:lnSpc>
                <a:spcPct val="100000"/>
              </a:lnSpc>
              <a:spcBef>
                <a:spcPts val="1191"/>
              </a:spcBef>
              <a:spcAft>
                <a:spcPts val="992"/>
              </a:spcAft>
              <a:tabLst>
                <a:tab pos="0" algn="l"/>
              </a:tabLst>
            </a:pPr>
            <a:r>
              <a:rPr lang="en-IN" sz="1400" b="0" strike="noStrike" spc="-1">
                <a:solidFill>
                  <a:srgbClr val="000000"/>
                </a:solidFill>
                <a:latin typeface="Arial"/>
              </a:rPr>
              <a:t>It analyzes packet attributes such as IP address, port number, and protocol type, compares them against predefined rules, and decides whether to allow, drop, or log packets.</a:t>
            </a:r>
          </a:p>
          <a:p>
            <a:pPr>
              <a:lnSpc>
                <a:spcPct val="100000"/>
              </a:lnSpc>
              <a:spcBef>
                <a:spcPts val="1191"/>
              </a:spcBef>
              <a:spcAft>
                <a:spcPts val="992"/>
              </a:spcAft>
              <a:tabLst>
                <a:tab pos="0" algn="l"/>
              </a:tabLst>
            </a:pPr>
            <a:endParaRPr lang="en-IN" sz="14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745200" y="565200"/>
            <a:ext cx="8228880" cy="858240"/>
          </a:xfrm>
          <a:prstGeom prst="rect">
            <a:avLst/>
          </a:prstGeom>
          <a:noFill/>
          <a:ln w="0">
            <a:noFill/>
          </a:ln>
        </p:spPr>
        <p:txBody>
          <a:bodyPr lIns="0" tIns="0" rIns="0" bIns="0" anchor="ctr">
            <a:noAutofit/>
          </a:bodyPr>
          <a:lstStyle/>
          <a:p>
            <a:pPr indent="0">
              <a:lnSpc>
                <a:spcPct val="100000"/>
              </a:lnSpc>
              <a:buNone/>
              <a:tabLst>
                <a:tab pos="0" algn="l"/>
              </a:tabLst>
            </a:pPr>
            <a:r>
              <a:rPr lang="en-IN" sz="2000" b="1" strike="noStrike" spc="-1">
                <a:solidFill>
                  <a:srgbClr val="000000"/>
                </a:solidFill>
                <a:latin typeface="Arial"/>
              </a:rPr>
              <a:t>WORKING PROCESS :</a:t>
            </a:r>
            <a:endParaRPr lang="en-IN" sz="2000" b="0" strike="noStrike" spc="-1">
              <a:solidFill>
                <a:srgbClr val="000000"/>
              </a:solidFill>
              <a:latin typeface="Arial"/>
            </a:endParaRPr>
          </a:p>
        </p:txBody>
      </p:sp>
      <p:sp>
        <p:nvSpPr>
          <p:cNvPr id="284" name="PlaceHolder 2"/>
          <p:cNvSpPr>
            <a:spLocks noGrp="1"/>
          </p:cNvSpPr>
          <p:nvPr>
            <p:ph type="subTitle"/>
          </p:nvPr>
        </p:nvSpPr>
        <p:spPr>
          <a:xfrm>
            <a:off x="637200" y="1203480"/>
            <a:ext cx="8228880" cy="2982600"/>
          </a:xfrm>
          <a:prstGeom prst="rect">
            <a:avLst/>
          </a:prstGeom>
          <a:noFill/>
          <a:ln w="0">
            <a:noFill/>
          </a:ln>
        </p:spPr>
        <p:txBody>
          <a:bodyPr lIns="0" tIns="0" rIns="0" bIns="0" anchor="ctr">
            <a:noAutofit/>
          </a:bodyPr>
          <a:lstStyle/>
          <a:p>
            <a:pPr indent="0">
              <a:lnSpc>
                <a:spcPct val="100000"/>
              </a:lnSpc>
              <a:spcBef>
                <a:spcPts val="1191"/>
              </a:spcBef>
              <a:spcAft>
                <a:spcPts val="992"/>
              </a:spcAft>
              <a:buNone/>
              <a:tabLst>
                <a:tab pos="0" algn="l"/>
              </a:tabLst>
            </a:pPr>
            <a:r>
              <a:rPr lang="en-IN" sz="1400" b="0" strike="noStrike" spc="-1">
                <a:solidFill>
                  <a:srgbClr val="000000"/>
                </a:solidFill>
                <a:latin typeface="Arial"/>
              </a:rPr>
              <a:t>• Network packets are received from the network interface card (NIC).</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The Linux kernel network stack processes packet headers and extracts relevant information.</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Packet filtering rules are applied to evaluate the packet properties.</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Based on rule evaluation, packets are allowed, dropped, or logged for monitoring purposes.</a:t>
            </a:r>
          </a:p>
          <a:p>
            <a:pPr indent="0">
              <a:lnSpc>
                <a:spcPct val="100000"/>
              </a:lnSpc>
              <a:spcBef>
                <a:spcPts val="1191"/>
              </a:spcBef>
              <a:spcAft>
                <a:spcPts val="992"/>
              </a:spcAft>
              <a:buNone/>
              <a:tabLst>
                <a:tab pos="0" algn="l"/>
              </a:tabLst>
            </a:pPr>
            <a:endParaRPr lang="en-IN" sz="14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925200" y="421200"/>
            <a:ext cx="8228880" cy="858240"/>
          </a:xfrm>
          <a:prstGeom prst="rect">
            <a:avLst/>
          </a:prstGeom>
          <a:noFill/>
          <a:ln w="0">
            <a:noFill/>
          </a:ln>
        </p:spPr>
        <p:txBody>
          <a:bodyPr lIns="0" tIns="0" rIns="0" bIns="0" anchor="ctr">
            <a:noAutofit/>
          </a:bodyPr>
          <a:lstStyle/>
          <a:p>
            <a:pPr indent="0">
              <a:lnSpc>
                <a:spcPct val="100000"/>
              </a:lnSpc>
              <a:buNone/>
              <a:tabLst>
                <a:tab pos="0" algn="l"/>
              </a:tabLst>
            </a:pPr>
            <a:r>
              <a:rPr lang="en-IN" sz="2000" b="1" strike="noStrike" spc="-1">
                <a:solidFill>
                  <a:srgbClr val="000000"/>
                </a:solidFill>
                <a:latin typeface="Arial"/>
              </a:rPr>
              <a:t>ADVANTAGES : </a:t>
            </a:r>
            <a:endParaRPr lang="en-IN" sz="2000" b="0" strike="noStrike" spc="-1">
              <a:solidFill>
                <a:srgbClr val="000000"/>
              </a:solidFill>
              <a:latin typeface="Arial"/>
            </a:endParaRPr>
          </a:p>
        </p:txBody>
      </p:sp>
      <p:sp>
        <p:nvSpPr>
          <p:cNvPr id="286" name="PlaceHolder 2"/>
          <p:cNvSpPr>
            <a:spLocks noGrp="1"/>
          </p:cNvSpPr>
          <p:nvPr>
            <p:ph type="subTitle"/>
          </p:nvPr>
        </p:nvSpPr>
        <p:spPr>
          <a:xfrm>
            <a:off x="925200" y="1419480"/>
            <a:ext cx="8228880" cy="2982600"/>
          </a:xfrm>
          <a:prstGeom prst="rect">
            <a:avLst/>
          </a:prstGeom>
          <a:noFill/>
          <a:ln w="0">
            <a:noFill/>
          </a:ln>
        </p:spPr>
        <p:txBody>
          <a:bodyPr lIns="0" tIns="0" rIns="0" bIns="0" anchor="ctr">
            <a:noAutofit/>
          </a:bodyPr>
          <a:lstStyle/>
          <a:p>
            <a:pPr indent="0">
              <a:lnSpc>
                <a:spcPct val="100000"/>
              </a:lnSpc>
              <a:spcBef>
                <a:spcPts val="1191"/>
              </a:spcBef>
              <a:spcAft>
                <a:spcPts val="992"/>
              </a:spcAft>
              <a:buNone/>
              <a:tabLst>
                <a:tab pos="0" algn="l"/>
              </a:tabLst>
            </a:pPr>
            <a:r>
              <a:rPr lang="en-IN" sz="1400" b="0" strike="noStrike" spc="-1">
                <a:solidFill>
                  <a:srgbClr val="000000"/>
                </a:solidFill>
                <a:latin typeface="Arial"/>
              </a:rPr>
              <a:t>• Improved network security through early packet filtering.</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Reduced unwanted network traffic and system overhead.</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Faster packet processing at the kernel level.</a:t>
            </a:r>
          </a:p>
          <a:p>
            <a:pPr indent="0">
              <a:lnSpc>
                <a:spcPct val="100000"/>
              </a:lnSpc>
              <a:spcBef>
                <a:spcPts val="1191"/>
              </a:spcBef>
              <a:spcAft>
                <a:spcPts val="992"/>
              </a:spcAft>
              <a:buNone/>
              <a:tabLst>
                <a:tab pos="0" algn="l"/>
              </a:tabLst>
            </a:pPr>
            <a:r>
              <a:rPr lang="en-IN" sz="1400" b="0" strike="noStrike" spc="-1">
                <a:solidFill>
                  <a:srgbClr val="000000"/>
                </a:solidFill>
                <a:latin typeface="Arial"/>
              </a:rPr>
              <a:t>• Increased protection against network-based attacks.</a:t>
            </a:r>
          </a:p>
          <a:p>
            <a:pPr indent="0">
              <a:lnSpc>
                <a:spcPct val="100000"/>
              </a:lnSpc>
              <a:spcBef>
                <a:spcPts val="1191"/>
              </a:spcBef>
              <a:spcAft>
                <a:spcPts val="992"/>
              </a:spcAft>
              <a:buNone/>
              <a:tabLst>
                <a:tab pos="0" algn="l"/>
              </a:tabLst>
            </a:pPr>
            <a:endParaRPr lang="en-IN" sz="14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1233286" y="241200"/>
            <a:ext cx="8228880" cy="858240"/>
          </a:xfrm>
          <a:prstGeom prst="rect">
            <a:avLst/>
          </a:prstGeom>
          <a:noFill/>
          <a:ln w="0">
            <a:noFill/>
          </a:ln>
        </p:spPr>
        <p:txBody>
          <a:bodyPr lIns="0" tIns="0" rIns="0" bIns="0" anchor="ctr">
            <a:noAutofit/>
          </a:bodyPr>
          <a:lstStyle/>
          <a:p>
            <a:pPr indent="0">
              <a:buNone/>
            </a:pPr>
            <a:r>
              <a:rPr lang="en-IN" sz="2000" b="1" strike="noStrike" spc="-1" dirty="0">
                <a:solidFill>
                  <a:srgbClr val="000000"/>
                </a:solidFill>
                <a:latin typeface="arial"/>
              </a:rPr>
              <a:t>MODULE 4 – SECURITY MODULE MODIFICATION </a:t>
            </a:r>
          </a:p>
        </p:txBody>
      </p:sp>
      <p:sp>
        <p:nvSpPr>
          <p:cNvPr id="288" name="PlaceHolder 2"/>
          <p:cNvSpPr>
            <a:spLocks noGrp="1"/>
          </p:cNvSpPr>
          <p:nvPr>
            <p:ph/>
          </p:nvPr>
        </p:nvSpPr>
        <p:spPr>
          <a:xfrm>
            <a:off x="457200" y="1203480"/>
            <a:ext cx="8229240" cy="2982960"/>
          </a:xfrm>
          <a:prstGeom prst="rect">
            <a:avLst/>
          </a:prstGeom>
          <a:noFill/>
          <a:ln w="0">
            <a:noFill/>
          </a:ln>
        </p:spPr>
        <p:txBody>
          <a:bodyPr lIns="0" tIns="0" rIns="0" bIns="0" anchor="t">
            <a:normAutofit fontScale="75000" lnSpcReduction="10000"/>
          </a:bodyPr>
          <a:lstStyle/>
          <a:p>
            <a:pPr marL="432000" indent="0">
              <a:spcBef>
                <a:spcPts val="1417"/>
              </a:spcBef>
              <a:buNone/>
            </a:pPr>
            <a:r>
              <a:rPr lang="en-IN" sz="1800" b="1" strike="noStrike" spc="-1">
                <a:solidFill>
                  <a:srgbClr val="000000"/>
                </a:solidFill>
                <a:latin typeface="arial"/>
              </a:rPr>
              <a:t>EXPLANATION :</a:t>
            </a:r>
            <a:endParaRPr lang="en-IN" sz="1800" b="0" strike="noStrike" spc="-1">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lang="en-IN" sz="1800" b="0" strike="noStrike" spc="-1">
                <a:solidFill>
                  <a:srgbClr val="000000"/>
                </a:solidFill>
                <a:latin typeface="arial"/>
              </a:rPr>
              <a:t>Security module modification focuses on enhancing the Linux kernel’s ability to enforce access control and protect system resources.</a:t>
            </a:r>
          </a:p>
          <a:p>
            <a:pPr marL="432000" indent="-324000">
              <a:spcBef>
                <a:spcPts val="1191"/>
              </a:spcBef>
              <a:spcAft>
                <a:spcPts val="992"/>
              </a:spcAft>
              <a:buClr>
                <a:srgbClr val="000000"/>
              </a:buClr>
              <a:buSzPct val="45000"/>
              <a:buFont typeface="Wingdings" charset="2"/>
              <a:buChar char=""/>
            </a:pPr>
            <a:r>
              <a:rPr lang="en-IN" sz="1800" b="0" strike="noStrike" spc="-1">
                <a:solidFill>
                  <a:srgbClr val="000000"/>
                </a:solidFill>
                <a:latin typeface="arial"/>
              </a:rPr>
              <a:t>The module introduces kernel-level security mechanisms to monitor and control process behavior and resource access.</a:t>
            </a:r>
          </a:p>
          <a:p>
            <a:pPr marL="432000" indent="-324000">
              <a:spcBef>
                <a:spcPts val="1191"/>
              </a:spcBef>
              <a:spcAft>
                <a:spcPts val="992"/>
              </a:spcAft>
              <a:buClr>
                <a:srgbClr val="000000"/>
              </a:buClr>
              <a:buSzPct val="45000"/>
              <a:buFont typeface="Wingdings" charset="2"/>
              <a:buChar char=""/>
            </a:pPr>
            <a:r>
              <a:rPr lang="en-IN" sz="1800" b="0" strike="noStrike" spc="-1">
                <a:solidFill>
                  <a:srgbClr val="000000"/>
                </a:solidFill>
                <a:latin typeface="arial"/>
              </a:rPr>
              <a:t>Mandatory Access Control (MAC) principles are applied to restrict unauthorized operations within the system.</a:t>
            </a:r>
          </a:p>
          <a:p>
            <a:pPr marL="432000" indent="-324000">
              <a:spcBef>
                <a:spcPts val="1191"/>
              </a:spcBef>
              <a:spcAft>
                <a:spcPts val="992"/>
              </a:spcAft>
              <a:buClr>
                <a:srgbClr val="000000"/>
              </a:buClr>
              <a:buSzPct val="45000"/>
              <a:buFont typeface="Wingdings" charset="2"/>
              <a:buChar char=""/>
            </a:pPr>
            <a:r>
              <a:rPr lang="en-IN" sz="1800" b="0" strike="noStrike" spc="-1">
                <a:solidFill>
                  <a:srgbClr val="000000"/>
                </a:solidFill>
                <a:latin typeface="arial"/>
              </a:rPr>
              <a:t>Algorithm used → ACM (Access Control Mechanism) :</a:t>
            </a:r>
          </a:p>
          <a:p>
            <a:pPr marL="432000" indent="-324000">
              <a:spcBef>
                <a:spcPts val="1191"/>
              </a:spcBef>
              <a:spcAft>
                <a:spcPts val="992"/>
              </a:spcAft>
              <a:buClr>
                <a:srgbClr val="000000"/>
              </a:buClr>
              <a:buSzPct val="45000"/>
              <a:buFont typeface="Wingdings" charset="2"/>
              <a:buChar char=""/>
            </a:pPr>
            <a:r>
              <a:rPr lang="en-IN" sz="1800" b="0" strike="noStrike" spc="-1">
                <a:solidFill>
                  <a:srgbClr val="000000"/>
                </a:solidFill>
                <a:latin typeface="arial"/>
              </a:rPr>
              <a:t>It evaluates process permissions, validates access requests, and enforces security policies to allow or deny operations.</a:t>
            </a:r>
          </a:p>
          <a:p>
            <a:pPr marL="432000" indent="0">
              <a:spcBef>
                <a:spcPts val="1191"/>
              </a:spcBef>
              <a:spcAft>
                <a:spcPts val="992"/>
              </a:spcAft>
              <a:buNone/>
            </a:pPr>
            <a:endParaRPr lang="en-IN" sz="18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1010870" y="493200"/>
            <a:ext cx="8228880" cy="858240"/>
          </a:xfrm>
          <a:prstGeom prst="rect">
            <a:avLst/>
          </a:prstGeom>
          <a:noFill/>
          <a:ln w="0">
            <a:noFill/>
          </a:ln>
        </p:spPr>
        <p:txBody>
          <a:bodyPr lIns="0" tIns="0" rIns="0" bIns="0" anchor="ctr">
            <a:noAutofit/>
          </a:bodyPr>
          <a:lstStyle/>
          <a:p>
            <a:pPr indent="0">
              <a:buNone/>
            </a:pPr>
            <a:r>
              <a:rPr lang="en-IN" sz="2000" b="1" strike="noStrike" spc="-1" dirty="0">
                <a:solidFill>
                  <a:srgbClr val="000000"/>
                </a:solidFill>
                <a:latin typeface="Arial"/>
              </a:rPr>
              <a:t>WORKING PROCESS :</a:t>
            </a:r>
          </a:p>
        </p:txBody>
      </p:sp>
      <p:sp>
        <p:nvSpPr>
          <p:cNvPr id="290" name="PlaceHolder 2"/>
          <p:cNvSpPr>
            <a:spLocks noGrp="1"/>
          </p:cNvSpPr>
          <p:nvPr>
            <p:ph/>
          </p:nvPr>
        </p:nvSpPr>
        <p:spPr>
          <a:xfrm>
            <a:off x="457200" y="1527480"/>
            <a:ext cx="8229240" cy="18565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400" b="0" strike="noStrike" spc="-1">
                <a:solidFill>
                  <a:srgbClr val="000000"/>
                </a:solidFill>
                <a:latin typeface="arial"/>
              </a:rPr>
              <a:t>System calls and process activities are monitored at the kernal level.</a:t>
            </a:r>
          </a:p>
          <a:p>
            <a:pPr marL="432000" indent="-324000">
              <a:spcBef>
                <a:spcPts val="1417"/>
              </a:spcBef>
              <a:buClr>
                <a:srgbClr val="000000"/>
              </a:buClr>
              <a:buSzPct val="45000"/>
              <a:buFont typeface="Wingdings" charset="2"/>
              <a:buChar char=""/>
            </a:pPr>
            <a:r>
              <a:rPr lang="en-IN" sz="1400" b="0" strike="noStrike" spc="-1">
                <a:solidFill>
                  <a:srgbClr val="000000"/>
                </a:solidFill>
                <a:latin typeface="arial"/>
              </a:rPr>
              <a:t>Security checks are performed whenever a process tries to access files, memory, or network resources.</a:t>
            </a:r>
          </a:p>
          <a:p>
            <a:pPr marL="432000" indent="-324000">
              <a:spcBef>
                <a:spcPts val="1417"/>
              </a:spcBef>
              <a:buClr>
                <a:srgbClr val="000000"/>
              </a:buClr>
              <a:buSzPct val="45000"/>
              <a:buFont typeface="Wingdings" charset="2"/>
              <a:buChar char=""/>
            </a:pPr>
            <a:r>
              <a:rPr lang="en-IN" sz="1400" b="0" strike="noStrike" spc="-1">
                <a:solidFill>
                  <a:srgbClr val="000000"/>
                </a:solidFill>
                <a:latin typeface="arial"/>
              </a:rPr>
              <a:t>Access control rules are applied based on predefined security policies.</a:t>
            </a:r>
          </a:p>
          <a:p>
            <a:pPr marL="432000" indent="-324000">
              <a:spcBef>
                <a:spcPts val="1417"/>
              </a:spcBef>
              <a:buClr>
                <a:srgbClr val="000000"/>
              </a:buClr>
              <a:buSzPct val="45000"/>
              <a:buFont typeface="Wingdings" charset="2"/>
              <a:buChar char=""/>
            </a:pPr>
            <a:r>
              <a:rPr lang="en-IN" sz="1400" b="0" strike="noStrike" spc="-1">
                <a:solidFill>
                  <a:srgbClr val="000000"/>
                </a:solidFill>
                <a:latin typeface="arial"/>
              </a:rPr>
              <a:t>Unauthorized actions are blocked, and suspicious activities can be logged for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853200" y="529200"/>
            <a:ext cx="8228880" cy="858240"/>
          </a:xfrm>
          <a:prstGeom prst="rect">
            <a:avLst/>
          </a:prstGeom>
          <a:noFill/>
          <a:ln w="0">
            <a:noFill/>
          </a:ln>
        </p:spPr>
        <p:txBody>
          <a:bodyPr lIns="0" tIns="0" rIns="0" bIns="0" anchor="ctr">
            <a:noAutofit/>
          </a:bodyPr>
          <a:lstStyle/>
          <a:p>
            <a:pPr indent="0">
              <a:buNone/>
            </a:pPr>
            <a:r>
              <a:rPr lang="en-IN" sz="2000" b="1" strike="noStrike" spc="-1">
                <a:solidFill>
                  <a:srgbClr val="000000"/>
                </a:solidFill>
                <a:latin typeface="arial"/>
              </a:rPr>
              <a:t>ADVANTAGES :</a:t>
            </a:r>
          </a:p>
        </p:txBody>
      </p:sp>
      <p:sp>
        <p:nvSpPr>
          <p:cNvPr id="292" name="PlaceHolder 2"/>
          <p:cNvSpPr>
            <a:spLocks noGrp="1"/>
          </p:cNvSpPr>
          <p:nvPr>
            <p:ph/>
          </p:nvPr>
        </p:nvSpPr>
        <p:spPr>
          <a:xfrm>
            <a:off x="457200" y="1527480"/>
            <a:ext cx="8229240" cy="2036520"/>
          </a:xfrm>
          <a:prstGeom prst="rect">
            <a:avLst/>
          </a:prstGeom>
          <a:noFill/>
          <a:ln w="0">
            <a:noFill/>
          </a:ln>
        </p:spPr>
        <p:txBody>
          <a:bodyPr lIns="0" tIns="0" rIns="0" bIns="0" anchor="t">
            <a:normAutofit/>
          </a:bodyPr>
          <a:lstStyle/>
          <a:p>
            <a:pPr marL="432000" indent="-324000">
              <a:spcBef>
                <a:spcPts val="1191"/>
              </a:spcBef>
              <a:spcAft>
                <a:spcPts val="992"/>
              </a:spcAft>
              <a:buClr>
                <a:srgbClr val="000000"/>
              </a:buClr>
              <a:buSzPct val="45000"/>
              <a:buFont typeface="Wingdings" charset="2"/>
              <a:buChar char=""/>
            </a:pPr>
            <a:r>
              <a:rPr lang="en-IN" sz="1400" b="0" strike="noStrike" spc="-1">
                <a:solidFill>
                  <a:srgbClr val="000000"/>
                </a:solidFill>
                <a:latin typeface="Arial"/>
              </a:rPr>
              <a:t>Enhanced system security through kernel-level protection.</a:t>
            </a:r>
          </a:p>
          <a:p>
            <a:pPr marL="432000" indent="-324000">
              <a:spcBef>
                <a:spcPts val="1191"/>
              </a:spcBef>
              <a:spcAft>
                <a:spcPts val="992"/>
              </a:spcAft>
              <a:buClr>
                <a:srgbClr val="000000"/>
              </a:buClr>
              <a:buSzPct val="45000"/>
              <a:buFont typeface="Wingdings" charset="2"/>
              <a:buChar char=""/>
            </a:pPr>
            <a:r>
              <a:rPr lang="en-IN" sz="1400" b="0" strike="noStrike" spc="-1">
                <a:solidFill>
                  <a:srgbClr val="000000"/>
                </a:solidFill>
                <a:latin typeface="Arial"/>
              </a:rPr>
              <a:t>Reduced risk of unauthorized access and privilege escalation.</a:t>
            </a:r>
          </a:p>
          <a:p>
            <a:pPr marL="432000" indent="-324000">
              <a:spcBef>
                <a:spcPts val="1191"/>
              </a:spcBef>
              <a:spcAft>
                <a:spcPts val="992"/>
              </a:spcAft>
              <a:buClr>
                <a:srgbClr val="000000"/>
              </a:buClr>
              <a:buSzPct val="45000"/>
              <a:buFont typeface="Wingdings" charset="2"/>
              <a:buChar char=""/>
            </a:pPr>
            <a:r>
              <a:rPr lang="en-IN" sz="1400" b="0" strike="noStrike" spc="-1">
                <a:solidFill>
                  <a:srgbClr val="000000"/>
                </a:solidFill>
                <a:latin typeface="Arial"/>
              </a:rPr>
              <a:t>Improved control over process and resource usage.</a:t>
            </a:r>
          </a:p>
          <a:p>
            <a:pPr marL="432000" indent="-324000">
              <a:spcBef>
                <a:spcPts val="1191"/>
              </a:spcBef>
              <a:spcAft>
                <a:spcPts val="992"/>
              </a:spcAft>
              <a:buClr>
                <a:srgbClr val="000000"/>
              </a:buClr>
              <a:buSzPct val="45000"/>
              <a:buFont typeface="Wingdings" charset="2"/>
              <a:buChar char=""/>
            </a:pPr>
            <a:r>
              <a:rPr lang="en-IN" sz="1400" b="0" strike="noStrike" spc="-1">
                <a:solidFill>
                  <a:srgbClr val="000000"/>
                </a:solidFill>
                <a:latin typeface="Arial"/>
              </a:rPr>
              <a:t>Strengthened defense against system-level attacks.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23"/>
          <p:cNvSpPr/>
          <p:nvPr/>
        </p:nvSpPr>
        <p:spPr>
          <a:xfrm>
            <a:off x="713160" y="588960"/>
            <a:ext cx="358236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tabLst>
                <a:tab pos="0" algn="l"/>
              </a:tabLst>
            </a:pPr>
            <a:r>
              <a:rPr lang="en-IN" sz="2000" b="1" strike="noStrike" spc="-1">
                <a:solidFill>
                  <a:srgbClr val="000000"/>
                </a:solidFill>
                <a:latin typeface="Arial"/>
              </a:rPr>
              <a:t>CONCLUSION :</a:t>
            </a:r>
            <a:endParaRPr lang="en-IN" sz="2000" b="0" strike="noStrike" spc="-1">
              <a:solidFill>
                <a:srgbClr val="000000"/>
              </a:solidFill>
              <a:latin typeface="Arial"/>
            </a:endParaRPr>
          </a:p>
        </p:txBody>
      </p:sp>
      <p:sp>
        <p:nvSpPr>
          <p:cNvPr id="294" name="PlaceHolder 24"/>
          <p:cNvSpPr/>
          <p:nvPr/>
        </p:nvSpPr>
        <p:spPr>
          <a:xfrm>
            <a:off x="457200" y="1440000"/>
            <a:ext cx="8228160" cy="199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97560" defTabSz="609480">
              <a:lnSpc>
                <a:spcPct val="150000"/>
              </a:lnSpc>
              <a:spcBef>
                <a:spcPts val="3288"/>
              </a:spcBef>
              <a:spcAft>
                <a:spcPts val="3025"/>
              </a:spcAft>
              <a:tabLst>
                <a:tab pos="0" algn="l"/>
              </a:tabLst>
            </a:pPr>
            <a:r>
              <a:rPr lang="en-US" sz="1500" b="0" strike="noStrike" spc="-1">
                <a:solidFill>
                  <a:schemeClr val="dk1"/>
                </a:solidFill>
                <a:latin typeface="Arial"/>
                <a:ea typeface="Kulim Park"/>
              </a:rPr>
              <a:t>This project demonstrates that targeted Linux kernel modifications can significantly reduce kernel size while improving performance and security. The customized kernel provides better resource utilization, reduced attack surface, and enhanced stability, making it suitable for lightweight and security-critical environments.</a:t>
            </a:r>
            <a:endParaRPr lang="en-IN" sz="15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7.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8.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9.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0.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7.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8.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9.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0.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7.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8.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9.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TotalTime>
  <Words>1094</Words>
  <Application>Microsoft Office PowerPoint</Application>
  <PresentationFormat>On-screen Show (16:9)</PresentationFormat>
  <Paragraphs>119</Paragraphs>
  <Slides>20</Slides>
  <Notes>0</Notes>
  <HiddenSlides>0</HiddenSlides>
  <MMClips>0</MMClips>
  <ScaleCrop>false</ScaleCrop>
  <HeadingPairs>
    <vt:vector size="6" baseType="variant">
      <vt:variant>
        <vt:lpstr>Fonts Used</vt:lpstr>
      </vt:variant>
      <vt:variant>
        <vt:i4>6</vt:i4>
      </vt:variant>
      <vt:variant>
        <vt:lpstr>Theme</vt:lpstr>
      </vt:variant>
      <vt:variant>
        <vt:i4>59</vt:i4>
      </vt:variant>
      <vt:variant>
        <vt:lpstr>Slide Titles</vt:lpstr>
      </vt:variant>
      <vt:variant>
        <vt:i4>20</vt:i4>
      </vt:variant>
    </vt:vector>
  </HeadingPairs>
  <TitlesOfParts>
    <vt:vector size="85" baseType="lpstr">
      <vt:lpstr>Arial</vt:lpstr>
      <vt:lpstr>Arial</vt:lpstr>
      <vt:lpstr>Kulim Park</vt:lpstr>
      <vt:lpstr>Montserrat</vt:lpstr>
      <vt:lpstr>Symbol</vt:lpstr>
      <vt:lpstr>Wingdings</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Slidesgo Final Pages</vt:lpstr>
      <vt:lpstr>Slidesgo Final Pages</vt:lpstr>
      <vt:lpstr>Slidesgo Final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WORKING PROCESS :</vt:lpstr>
      <vt:lpstr>ADVANTAGES :</vt:lpstr>
      <vt:lpstr>PowerPoint Presentation</vt:lpstr>
      <vt:lpstr>WORKING PROCESS :</vt:lpstr>
      <vt:lpstr>ADVANTAGES :</vt:lpstr>
      <vt:lpstr>PowerPoint Presentation</vt:lpstr>
      <vt:lpstr>WORKING PROCESS :</vt:lpstr>
      <vt:lpstr>ADVANTAGES : </vt:lpstr>
      <vt:lpstr>MODULE 4 – SECURITY MODULE MODIFICATION </vt:lpstr>
      <vt:lpstr>WORKING PROCESS :</vt:lpstr>
      <vt:lpstr>ADVANTAGES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PARVESH PRABHU</cp:lastModifiedBy>
  <cp:revision>8</cp:revision>
  <dcterms:modified xsi:type="dcterms:W3CDTF">2026-04-05T20:28:33Z</dcterms:modified>
  <dc:language>en-IN</dc:language>
</cp:coreProperties>
</file>